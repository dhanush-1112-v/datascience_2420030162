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6" r:id="rId11"/>
    <p:sldId id="908" r:id="rId12"/>
    <p:sldId id="907" r:id="rId13"/>
    <p:sldId id="909" r:id="rId14"/>
    <p:sldId id="910" r:id="rId15"/>
    <p:sldId id="911" r:id="rId16"/>
    <p:sldId id="912" r:id="rId17"/>
    <p:sldId id="90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039E0A-7A7F-49AD-B49C-43863805B2D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DDBFE8-116F-476D-B8D5-2415EBA0678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Collect relevant COVID-19/public-health data. </a:t>
          </a:r>
          <a:endParaRPr lang="en-US"/>
        </a:p>
      </dgm:t>
    </dgm:pt>
    <dgm:pt modelId="{6BE62156-8CB7-43E5-A46E-BEB3D26A74A6}" type="parTrans" cxnId="{285323F7-F419-4188-A093-8B20549E8B2C}">
      <dgm:prSet/>
      <dgm:spPr/>
      <dgm:t>
        <a:bodyPr/>
        <a:lstStyle/>
        <a:p>
          <a:endParaRPr lang="en-US"/>
        </a:p>
      </dgm:t>
    </dgm:pt>
    <dgm:pt modelId="{4D136861-21B8-439D-98CA-C088A369578D}" type="sibTrans" cxnId="{285323F7-F419-4188-A093-8B20549E8B2C}">
      <dgm:prSet/>
      <dgm:spPr/>
      <dgm:t>
        <a:bodyPr/>
        <a:lstStyle/>
        <a:p>
          <a:endParaRPr lang="en-US"/>
        </a:p>
      </dgm:t>
    </dgm:pt>
    <dgm:pt modelId="{C50BBA53-D95D-4AC1-A5DD-98FBAC0A3CF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Clean &amp; preprocess the collected data. </a:t>
          </a:r>
          <a:endParaRPr lang="en-US"/>
        </a:p>
      </dgm:t>
    </dgm:pt>
    <dgm:pt modelId="{517611A5-2021-436B-8D29-63764DEA0ED0}" type="parTrans" cxnId="{5FB98D8A-C9D1-4B40-87D1-BA80F5BB3B2D}">
      <dgm:prSet/>
      <dgm:spPr/>
      <dgm:t>
        <a:bodyPr/>
        <a:lstStyle/>
        <a:p>
          <a:endParaRPr lang="en-US"/>
        </a:p>
      </dgm:t>
    </dgm:pt>
    <dgm:pt modelId="{E782C735-59CD-4DB5-A3EE-7C61DC581F43}" type="sibTrans" cxnId="{5FB98D8A-C9D1-4B40-87D1-BA80F5BB3B2D}">
      <dgm:prSet/>
      <dgm:spPr/>
      <dgm:t>
        <a:bodyPr/>
        <a:lstStyle/>
        <a:p>
          <a:endParaRPr lang="en-US"/>
        </a:p>
      </dgm:t>
    </dgm:pt>
    <dgm:pt modelId="{43393083-BCEA-4E1E-AF35-E62E2348D01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Perform EDA to identify trends and patterns. </a:t>
          </a:r>
          <a:endParaRPr lang="en-US"/>
        </a:p>
      </dgm:t>
    </dgm:pt>
    <dgm:pt modelId="{1F5F6D84-FD6A-42A7-99D0-DF8BB44A9268}" type="parTrans" cxnId="{9BC2AE1D-1966-4A68-8BF3-D01EB44DE26C}">
      <dgm:prSet/>
      <dgm:spPr/>
      <dgm:t>
        <a:bodyPr/>
        <a:lstStyle/>
        <a:p>
          <a:endParaRPr lang="en-US"/>
        </a:p>
      </dgm:t>
    </dgm:pt>
    <dgm:pt modelId="{A0EF68EC-ECA4-4826-B73C-E6C8D29B263E}" type="sibTrans" cxnId="{9BC2AE1D-1966-4A68-8BF3-D01EB44DE26C}">
      <dgm:prSet/>
      <dgm:spPr/>
      <dgm:t>
        <a:bodyPr/>
        <a:lstStyle/>
        <a:p>
          <a:endParaRPr lang="en-US"/>
        </a:p>
      </dgm:t>
    </dgm:pt>
    <dgm:pt modelId="{20323602-1231-47C2-B2CB-F2F4FAA8FBF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Analyse data across regions and time periods. </a:t>
          </a:r>
          <a:endParaRPr lang="en-US"/>
        </a:p>
      </dgm:t>
    </dgm:pt>
    <dgm:pt modelId="{F0BA2DC5-6F4B-43CE-A769-155DCC486A2B}" type="parTrans" cxnId="{BC270F47-58C5-4275-B142-DDC853C4859F}">
      <dgm:prSet/>
      <dgm:spPr/>
      <dgm:t>
        <a:bodyPr/>
        <a:lstStyle/>
        <a:p>
          <a:endParaRPr lang="en-US"/>
        </a:p>
      </dgm:t>
    </dgm:pt>
    <dgm:pt modelId="{62AFD00D-33B4-4755-A2D3-694D41BE254D}" type="sibTrans" cxnId="{BC270F47-58C5-4275-B142-DDC853C4859F}">
      <dgm:prSet/>
      <dgm:spPr/>
      <dgm:t>
        <a:bodyPr/>
        <a:lstStyle/>
        <a:p>
          <a:endParaRPr lang="en-US"/>
        </a:p>
      </dgm:t>
    </dgm:pt>
    <dgm:pt modelId="{3137C075-9CF2-4E58-A1AB-A3727F8AEC1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Visualize insights using charts and graphs. </a:t>
          </a:r>
          <a:endParaRPr lang="en-US"/>
        </a:p>
      </dgm:t>
    </dgm:pt>
    <dgm:pt modelId="{909E2599-3772-4DE7-8CD6-901BD11F52B9}" type="parTrans" cxnId="{B3BCA6DC-B06F-4A6E-A77B-4A18F628371D}">
      <dgm:prSet/>
      <dgm:spPr/>
      <dgm:t>
        <a:bodyPr/>
        <a:lstStyle/>
        <a:p>
          <a:endParaRPr lang="en-US"/>
        </a:p>
      </dgm:t>
    </dgm:pt>
    <dgm:pt modelId="{421308DF-C8B6-4501-92AD-14271D83124E}" type="sibTrans" cxnId="{B3BCA6DC-B06F-4A6E-A77B-4A18F628371D}">
      <dgm:prSet/>
      <dgm:spPr/>
      <dgm:t>
        <a:bodyPr/>
        <a:lstStyle/>
        <a:p>
          <a:endParaRPr lang="en-US"/>
        </a:p>
      </dgm:t>
    </dgm:pt>
    <dgm:pt modelId="{E4D2C4D1-5C14-4EF7-8547-5249750E650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Develop an interactive dashboard with filters. </a:t>
          </a:r>
          <a:endParaRPr lang="en-US"/>
        </a:p>
      </dgm:t>
    </dgm:pt>
    <dgm:pt modelId="{A79B2FEB-E017-41A3-903B-222D20CF1554}" type="parTrans" cxnId="{2266F640-5BA9-415D-BADE-5E4E4B4DEFBA}">
      <dgm:prSet/>
      <dgm:spPr/>
      <dgm:t>
        <a:bodyPr/>
        <a:lstStyle/>
        <a:p>
          <a:endParaRPr lang="en-US"/>
        </a:p>
      </dgm:t>
    </dgm:pt>
    <dgm:pt modelId="{4050525B-5C8A-47F0-B92B-0C0F61C4DEBF}" type="sibTrans" cxnId="{2266F640-5BA9-415D-BADE-5E4E4B4DEFBA}">
      <dgm:prSet/>
      <dgm:spPr/>
      <dgm:t>
        <a:bodyPr/>
        <a:lstStyle/>
        <a:p>
          <a:endParaRPr lang="en-US"/>
        </a:p>
      </dgm:t>
    </dgm:pt>
    <dgm:pt modelId="{6B1FCE9A-1545-448D-BC73-50C4C46CDBA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Present complex data in a simple, understandable form. </a:t>
          </a:r>
          <a:endParaRPr lang="en-US"/>
        </a:p>
      </dgm:t>
    </dgm:pt>
    <dgm:pt modelId="{1F9036B1-6D08-4517-87BB-4AF8DF09E926}" type="parTrans" cxnId="{85C3CE49-23FF-4D69-AD70-64A6FE2AE94A}">
      <dgm:prSet/>
      <dgm:spPr/>
      <dgm:t>
        <a:bodyPr/>
        <a:lstStyle/>
        <a:p>
          <a:endParaRPr lang="en-US"/>
        </a:p>
      </dgm:t>
    </dgm:pt>
    <dgm:pt modelId="{2A0F4AF0-D941-4D91-A72F-3D884DDBF943}" type="sibTrans" cxnId="{85C3CE49-23FF-4D69-AD70-64A6FE2AE94A}">
      <dgm:prSet/>
      <dgm:spPr/>
      <dgm:t>
        <a:bodyPr/>
        <a:lstStyle/>
        <a:p>
          <a:endParaRPr lang="en-US"/>
        </a:p>
      </dgm:t>
    </dgm:pt>
    <dgm:pt modelId="{C405D8E4-4934-4230-A28D-95C4DEF5BD63}" type="pres">
      <dgm:prSet presAssocID="{64039E0A-7A7F-49AD-B49C-43863805B2D2}" presName="root" presStyleCnt="0">
        <dgm:presLayoutVars>
          <dgm:dir/>
          <dgm:resizeHandles val="exact"/>
        </dgm:presLayoutVars>
      </dgm:prSet>
      <dgm:spPr/>
    </dgm:pt>
    <dgm:pt modelId="{3855B17D-9BBF-4B37-8DF8-5DA1E86A0CC7}" type="pres">
      <dgm:prSet presAssocID="{25DDBFE8-116F-476D-B8D5-2415EBA0678C}" presName="compNode" presStyleCnt="0"/>
      <dgm:spPr/>
    </dgm:pt>
    <dgm:pt modelId="{3F8AFA14-CC83-4221-B47B-1E7543EFB714}" type="pres">
      <dgm:prSet presAssocID="{25DDBFE8-116F-476D-B8D5-2415EBA0678C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204AA7F8-0B5F-4833-9EBC-E488047BC9D4}" type="pres">
      <dgm:prSet presAssocID="{25DDBFE8-116F-476D-B8D5-2415EBA0678C}" presName="spaceRect" presStyleCnt="0"/>
      <dgm:spPr/>
    </dgm:pt>
    <dgm:pt modelId="{1DA3FD14-EB4F-4274-9263-29AEB07B46E3}" type="pres">
      <dgm:prSet presAssocID="{25DDBFE8-116F-476D-B8D5-2415EBA0678C}" presName="textRect" presStyleLbl="revTx" presStyleIdx="0" presStyleCnt="7">
        <dgm:presLayoutVars>
          <dgm:chMax val="1"/>
          <dgm:chPref val="1"/>
        </dgm:presLayoutVars>
      </dgm:prSet>
      <dgm:spPr/>
    </dgm:pt>
    <dgm:pt modelId="{635403D3-556F-4CD7-A29C-CB6D2D2582ED}" type="pres">
      <dgm:prSet presAssocID="{4D136861-21B8-439D-98CA-C088A369578D}" presName="sibTrans" presStyleCnt="0"/>
      <dgm:spPr/>
    </dgm:pt>
    <dgm:pt modelId="{8E2F77FB-A07F-46D5-BC4E-E2CCDB09520A}" type="pres">
      <dgm:prSet presAssocID="{C50BBA53-D95D-4AC1-A5DD-98FBAC0A3CF6}" presName="compNode" presStyleCnt="0"/>
      <dgm:spPr/>
    </dgm:pt>
    <dgm:pt modelId="{E570706D-5E05-42F9-BA6D-8960EE9F4AA4}" type="pres">
      <dgm:prSet presAssocID="{C50BBA53-D95D-4AC1-A5DD-98FBAC0A3CF6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18F6F40-D3D8-4F2A-A239-F09BD12F7F7C}" type="pres">
      <dgm:prSet presAssocID="{C50BBA53-D95D-4AC1-A5DD-98FBAC0A3CF6}" presName="spaceRect" presStyleCnt="0"/>
      <dgm:spPr/>
    </dgm:pt>
    <dgm:pt modelId="{1D852569-37AD-4607-B2EA-F913449C24C4}" type="pres">
      <dgm:prSet presAssocID="{C50BBA53-D95D-4AC1-A5DD-98FBAC0A3CF6}" presName="textRect" presStyleLbl="revTx" presStyleIdx="1" presStyleCnt="7">
        <dgm:presLayoutVars>
          <dgm:chMax val="1"/>
          <dgm:chPref val="1"/>
        </dgm:presLayoutVars>
      </dgm:prSet>
      <dgm:spPr/>
    </dgm:pt>
    <dgm:pt modelId="{6FC35115-12CF-4894-87B0-8328B0B5B2DC}" type="pres">
      <dgm:prSet presAssocID="{E782C735-59CD-4DB5-A3EE-7C61DC581F43}" presName="sibTrans" presStyleCnt="0"/>
      <dgm:spPr/>
    </dgm:pt>
    <dgm:pt modelId="{C33C297E-4216-4E40-BB8B-C3AC42A9E16D}" type="pres">
      <dgm:prSet presAssocID="{43393083-BCEA-4E1E-AF35-E62E2348D014}" presName="compNode" presStyleCnt="0"/>
      <dgm:spPr/>
    </dgm:pt>
    <dgm:pt modelId="{63FF13C3-AFF0-4685-89C4-0A3201AB4D7D}" type="pres">
      <dgm:prSet presAssocID="{43393083-BCEA-4E1E-AF35-E62E2348D014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E709437-5C21-4A11-81CE-A6AB20BD4B9C}" type="pres">
      <dgm:prSet presAssocID="{43393083-BCEA-4E1E-AF35-E62E2348D014}" presName="spaceRect" presStyleCnt="0"/>
      <dgm:spPr/>
    </dgm:pt>
    <dgm:pt modelId="{45FEDB91-A2B2-47A7-BDA4-10300890AE44}" type="pres">
      <dgm:prSet presAssocID="{43393083-BCEA-4E1E-AF35-E62E2348D014}" presName="textRect" presStyleLbl="revTx" presStyleIdx="2" presStyleCnt="7">
        <dgm:presLayoutVars>
          <dgm:chMax val="1"/>
          <dgm:chPref val="1"/>
        </dgm:presLayoutVars>
      </dgm:prSet>
      <dgm:spPr/>
    </dgm:pt>
    <dgm:pt modelId="{702A4678-C21B-482C-9ECA-8D0F8765F9F8}" type="pres">
      <dgm:prSet presAssocID="{A0EF68EC-ECA4-4826-B73C-E6C8D29B263E}" presName="sibTrans" presStyleCnt="0"/>
      <dgm:spPr/>
    </dgm:pt>
    <dgm:pt modelId="{C24875CD-6DFB-4657-A31F-D65D67739029}" type="pres">
      <dgm:prSet presAssocID="{20323602-1231-47C2-B2CB-F2F4FAA8FBFB}" presName="compNode" presStyleCnt="0"/>
      <dgm:spPr/>
    </dgm:pt>
    <dgm:pt modelId="{0F0D8F6A-3466-45A3-A222-0107CBD83AAE}" type="pres">
      <dgm:prSet presAssocID="{20323602-1231-47C2-B2CB-F2F4FAA8FBFB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ECBA142-70D4-4220-9B29-0D7D6E0AB12D}" type="pres">
      <dgm:prSet presAssocID="{20323602-1231-47C2-B2CB-F2F4FAA8FBFB}" presName="spaceRect" presStyleCnt="0"/>
      <dgm:spPr/>
    </dgm:pt>
    <dgm:pt modelId="{80D179EF-4528-4135-8664-608E882DBDF3}" type="pres">
      <dgm:prSet presAssocID="{20323602-1231-47C2-B2CB-F2F4FAA8FBFB}" presName="textRect" presStyleLbl="revTx" presStyleIdx="3" presStyleCnt="7">
        <dgm:presLayoutVars>
          <dgm:chMax val="1"/>
          <dgm:chPref val="1"/>
        </dgm:presLayoutVars>
      </dgm:prSet>
      <dgm:spPr/>
    </dgm:pt>
    <dgm:pt modelId="{97F34EA1-427E-458E-962E-E59D9D1B7BF7}" type="pres">
      <dgm:prSet presAssocID="{62AFD00D-33B4-4755-A2D3-694D41BE254D}" presName="sibTrans" presStyleCnt="0"/>
      <dgm:spPr/>
    </dgm:pt>
    <dgm:pt modelId="{DCA7F090-BC48-40B3-B0BC-C1253C5BE2C3}" type="pres">
      <dgm:prSet presAssocID="{3137C075-9CF2-4E58-A1AB-A3727F8AEC14}" presName="compNode" presStyleCnt="0"/>
      <dgm:spPr/>
    </dgm:pt>
    <dgm:pt modelId="{5BBC8DE5-3B2E-4D73-9F2F-63E33E6EC972}" type="pres">
      <dgm:prSet presAssocID="{3137C075-9CF2-4E58-A1AB-A3727F8AEC14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C4B0D347-1A1D-4F1B-991E-8C808544102E}" type="pres">
      <dgm:prSet presAssocID="{3137C075-9CF2-4E58-A1AB-A3727F8AEC14}" presName="spaceRect" presStyleCnt="0"/>
      <dgm:spPr/>
    </dgm:pt>
    <dgm:pt modelId="{B4C0F71B-6A0F-48CF-9868-3EC042E53D80}" type="pres">
      <dgm:prSet presAssocID="{3137C075-9CF2-4E58-A1AB-A3727F8AEC14}" presName="textRect" presStyleLbl="revTx" presStyleIdx="4" presStyleCnt="7">
        <dgm:presLayoutVars>
          <dgm:chMax val="1"/>
          <dgm:chPref val="1"/>
        </dgm:presLayoutVars>
      </dgm:prSet>
      <dgm:spPr/>
    </dgm:pt>
    <dgm:pt modelId="{EDFB3235-3B72-4B54-9473-1DD9388903A6}" type="pres">
      <dgm:prSet presAssocID="{421308DF-C8B6-4501-92AD-14271D83124E}" presName="sibTrans" presStyleCnt="0"/>
      <dgm:spPr/>
    </dgm:pt>
    <dgm:pt modelId="{2FE9B4FC-3CC7-4426-B84B-B14F1B9BD2D8}" type="pres">
      <dgm:prSet presAssocID="{E4D2C4D1-5C14-4EF7-8547-5249750E650B}" presName="compNode" presStyleCnt="0"/>
      <dgm:spPr/>
    </dgm:pt>
    <dgm:pt modelId="{E5272D37-2449-4694-B1D6-753BA280B7EF}" type="pres">
      <dgm:prSet presAssocID="{E4D2C4D1-5C14-4EF7-8547-5249750E650B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1C54D03-3364-4DA5-927B-D9BFE14DE167}" type="pres">
      <dgm:prSet presAssocID="{E4D2C4D1-5C14-4EF7-8547-5249750E650B}" presName="spaceRect" presStyleCnt="0"/>
      <dgm:spPr/>
    </dgm:pt>
    <dgm:pt modelId="{90CC408A-F47F-40CF-8C06-36C3F5693243}" type="pres">
      <dgm:prSet presAssocID="{E4D2C4D1-5C14-4EF7-8547-5249750E650B}" presName="textRect" presStyleLbl="revTx" presStyleIdx="5" presStyleCnt="7">
        <dgm:presLayoutVars>
          <dgm:chMax val="1"/>
          <dgm:chPref val="1"/>
        </dgm:presLayoutVars>
      </dgm:prSet>
      <dgm:spPr/>
    </dgm:pt>
    <dgm:pt modelId="{D0B01CD1-301D-428F-B62A-900D013B81A3}" type="pres">
      <dgm:prSet presAssocID="{4050525B-5C8A-47F0-B92B-0C0F61C4DEBF}" presName="sibTrans" presStyleCnt="0"/>
      <dgm:spPr/>
    </dgm:pt>
    <dgm:pt modelId="{7A466258-27FE-405B-AD34-81726DA93275}" type="pres">
      <dgm:prSet presAssocID="{6B1FCE9A-1545-448D-BC73-50C4C46CDBA3}" presName="compNode" presStyleCnt="0"/>
      <dgm:spPr/>
    </dgm:pt>
    <dgm:pt modelId="{07290A17-F5E4-4B1C-8C57-F2C270CB5F81}" type="pres">
      <dgm:prSet presAssocID="{6B1FCE9A-1545-448D-BC73-50C4C46CDBA3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9826B69-BA10-4A37-8AB7-FBBF9D5DA09A}" type="pres">
      <dgm:prSet presAssocID="{6B1FCE9A-1545-448D-BC73-50C4C46CDBA3}" presName="spaceRect" presStyleCnt="0"/>
      <dgm:spPr/>
    </dgm:pt>
    <dgm:pt modelId="{10277541-32D8-41DE-985B-CF0E6972A15C}" type="pres">
      <dgm:prSet presAssocID="{6B1FCE9A-1545-448D-BC73-50C4C46CDBA3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71D92505-173B-4E14-8900-5B8460E84CC3}" type="presOf" srcId="{25DDBFE8-116F-476D-B8D5-2415EBA0678C}" destId="{1DA3FD14-EB4F-4274-9263-29AEB07B46E3}" srcOrd="0" destOrd="0" presId="urn:microsoft.com/office/officeart/2018/2/layout/IconLabelList"/>
    <dgm:cxn modelId="{9BC2AE1D-1966-4A68-8BF3-D01EB44DE26C}" srcId="{64039E0A-7A7F-49AD-B49C-43863805B2D2}" destId="{43393083-BCEA-4E1E-AF35-E62E2348D014}" srcOrd="2" destOrd="0" parTransId="{1F5F6D84-FD6A-42A7-99D0-DF8BB44A9268}" sibTransId="{A0EF68EC-ECA4-4826-B73C-E6C8D29B263E}"/>
    <dgm:cxn modelId="{44974D2D-EB24-4E92-9BA0-359817E1DADC}" type="presOf" srcId="{3137C075-9CF2-4E58-A1AB-A3727F8AEC14}" destId="{B4C0F71B-6A0F-48CF-9868-3EC042E53D80}" srcOrd="0" destOrd="0" presId="urn:microsoft.com/office/officeart/2018/2/layout/IconLabelList"/>
    <dgm:cxn modelId="{2266F640-5BA9-415D-BADE-5E4E4B4DEFBA}" srcId="{64039E0A-7A7F-49AD-B49C-43863805B2D2}" destId="{E4D2C4D1-5C14-4EF7-8547-5249750E650B}" srcOrd="5" destOrd="0" parTransId="{A79B2FEB-E017-41A3-903B-222D20CF1554}" sibTransId="{4050525B-5C8A-47F0-B92B-0C0F61C4DEBF}"/>
    <dgm:cxn modelId="{BC270F47-58C5-4275-B142-DDC853C4859F}" srcId="{64039E0A-7A7F-49AD-B49C-43863805B2D2}" destId="{20323602-1231-47C2-B2CB-F2F4FAA8FBFB}" srcOrd="3" destOrd="0" parTransId="{F0BA2DC5-6F4B-43CE-A769-155DCC486A2B}" sibTransId="{62AFD00D-33B4-4755-A2D3-694D41BE254D}"/>
    <dgm:cxn modelId="{85C3CE49-23FF-4D69-AD70-64A6FE2AE94A}" srcId="{64039E0A-7A7F-49AD-B49C-43863805B2D2}" destId="{6B1FCE9A-1545-448D-BC73-50C4C46CDBA3}" srcOrd="6" destOrd="0" parTransId="{1F9036B1-6D08-4517-87BB-4AF8DF09E926}" sibTransId="{2A0F4AF0-D941-4D91-A72F-3D884DDBF943}"/>
    <dgm:cxn modelId="{64B6554A-5722-4F55-8417-D401CCBE2500}" type="presOf" srcId="{C50BBA53-D95D-4AC1-A5DD-98FBAC0A3CF6}" destId="{1D852569-37AD-4607-B2EA-F913449C24C4}" srcOrd="0" destOrd="0" presId="urn:microsoft.com/office/officeart/2018/2/layout/IconLabelList"/>
    <dgm:cxn modelId="{248E9F73-40B8-48AD-AD92-77D7E0A7EF32}" type="presOf" srcId="{E4D2C4D1-5C14-4EF7-8547-5249750E650B}" destId="{90CC408A-F47F-40CF-8C06-36C3F5693243}" srcOrd="0" destOrd="0" presId="urn:microsoft.com/office/officeart/2018/2/layout/IconLabelList"/>
    <dgm:cxn modelId="{5FB98D8A-C9D1-4B40-87D1-BA80F5BB3B2D}" srcId="{64039E0A-7A7F-49AD-B49C-43863805B2D2}" destId="{C50BBA53-D95D-4AC1-A5DD-98FBAC0A3CF6}" srcOrd="1" destOrd="0" parTransId="{517611A5-2021-436B-8D29-63764DEA0ED0}" sibTransId="{E782C735-59CD-4DB5-A3EE-7C61DC581F43}"/>
    <dgm:cxn modelId="{51E18798-2FBD-4B3E-9791-6E70B1957635}" type="presOf" srcId="{43393083-BCEA-4E1E-AF35-E62E2348D014}" destId="{45FEDB91-A2B2-47A7-BDA4-10300890AE44}" srcOrd="0" destOrd="0" presId="urn:microsoft.com/office/officeart/2018/2/layout/IconLabelList"/>
    <dgm:cxn modelId="{4F3096AE-F142-47B8-BA6B-515B0672062D}" type="presOf" srcId="{64039E0A-7A7F-49AD-B49C-43863805B2D2}" destId="{C405D8E4-4934-4230-A28D-95C4DEF5BD63}" srcOrd="0" destOrd="0" presId="urn:microsoft.com/office/officeart/2018/2/layout/IconLabelList"/>
    <dgm:cxn modelId="{A6E948B3-D1E0-44D7-8DC4-9B91B7D9B58C}" type="presOf" srcId="{20323602-1231-47C2-B2CB-F2F4FAA8FBFB}" destId="{80D179EF-4528-4135-8664-608E882DBDF3}" srcOrd="0" destOrd="0" presId="urn:microsoft.com/office/officeart/2018/2/layout/IconLabelList"/>
    <dgm:cxn modelId="{9CB8F6CF-FE49-4FEF-B452-EC30DC2F8194}" type="presOf" srcId="{6B1FCE9A-1545-448D-BC73-50C4C46CDBA3}" destId="{10277541-32D8-41DE-985B-CF0E6972A15C}" srcOrd="0" destOrd="0" presId="urn:microsoft.com/office/officeart/2018/2/layout/IconLabelList"/>
    <dgm:cxn modelId="{B3BCA6DC-B06F-4A6E-A77B-4A18F628371D}" srcId="{64039E0A-7A7F-49AD-B49C-43863805B2D2}" destId="{3137C075-9CF2-4E58-A1AB-A3727F8AEC14}" srcOrd="4" destOrd="0" parTransId="{909E2599-3772-4DE7-8CD6-901BD11F52B9}" sibTransId="{421308DF-C8B6-4501-92AD-14271D83124E}"/>
    <dgm:cxn modelId="{285323F7-F419-4188-A093-8B20549E8B2C}" srcId="{64039E0A-7A7F-49AD-B49C-43863805B2D2}" destId="{25DDBFE8-116F-476D-B8D5-2415EBA0678C}" srcOrd="0" destOrd="0" parTransId="{6BE62156-8CB7-43E5-A46E-BEB3D26A74A6}" sibTransId="{4D136861-21B8-439D-98CA-C088A369578D}"/>
    <dgm:cxn modelId="{BBB26FF6-753E-4442-9F8D-25A1DEC9F0E7}" type="presParOf" srcId="{C405D8E4-4934-4230-A28D-95C4DEF5BD63}" destId="{3855B17D-9BBF-4B37-8DF8-5DA1E86A0CC7}" srcOrd="0" destOrd="0" presId="urn:microsoft.com/office/officeart/2018/2/layout/IconLabelList"/>
    <dgm:cxn modelId="{C691B468-B23B-47EF-A64E-F66AB208A22A}" type="presParOf" srcId="{3855B17D-9BBF-4B37-8DF8-5DA1E86A0CC7}" destId="{3F8AFA14-CC83-4221-B47B-1E7543EFB714}" srcOrd="0" destOrd="0" presId="urn:microsoft.com/office/officeart/2018/2/layout/IconLabelList"/>
    <dgm:cxn modelId="{A1DF6C11-BA5B-44D5-9014-05C0AB35D3A0}" type="presParOf" srcId="{3855B17D-9BBF-4B37-8DF8-5DA1E86A0CC7}" destId="{204AA7F8-0B5F-4833-9EBC-E488047BC9D4}" srcOrd="1" destOrd="0" presId="urn:microsoft.com/office/officeart/2018/2/layout/IconLabelList"/>
    <dgm:cxn modelId="{86216C7E-CF2B-4032-A3DB-0B9FC2B31186}" type="presParOf" srcId="{3855B17D-9BBF-4B37-8DF8-5DA1E86A0CC7}" destId="{1DA3FD14-EB4F-4274-9263-29AEB07B46E3}" srcOrd="2" destOrd="0" presId="urn:microsoft.com/office/officeart/2018/2/layout/IconLabelList"/>
    <dgm:cxn modelId="{7F650B05-D1B5-4310-8F71-42CA671BC048}" type="presParOf" srcId="{C405D8E4-4934-4230-A28D-95C4DEF5BD63}" destId="{635403D3-556F-4CD7-A29C-CB6D2D2582ED}" srcOrd="1" destOrd="0" presId="urn:microsoft.com/office/officeart/2018/2/layout/IconLabelList"/>
    <dgm:cxn modelId="{02F5CA4C-5E71-4ED2-B32D-C49DE9890908}" type="presParOf" srcId="{C405D8E4-4934-4230-A28D-95C4DEF5BD63}" destId="{8E2F77FB-A07F-46D5-BC4E-E2CCDB09520A}" srcOrd="2" destOrd="0" presId="urn:microsoft.com/office/officeart/2018/2/layout/IconLabelList"/>
    <dgm:cxn modelId="{21B50DA5-2E65-4019-B222-FF45B7DB461F}" type="presParOf" srcId="{8E2F77FB-A07F-46D5-BC4E-E2CCDB09520A}" destId="{E570706D-5E05-42F9-BA6D-8960EE9F4AA4}" srcOrd="0" destOrd="0" presId="urn:microsoft.com/office/officeart/2018/2/layout/IconLabelList"/>
    <dgm:cxn modelId="{9F73B454-ED8E-4151-A7D4-DFB2DB05E3A3}" type="presParOf" srcId="{8E2F77FB-A07F-46D5-BC4E-E2CCDB09520A}" destId="{418F6F40-D3D8-4F2A-A239-F09BD12F7F7C}" srcOrd="1" destOrd="0" presId="urn:microsoft.com/office/officeart/2018/2/layout/IconLabelList"/>
    <dgm:cxn modelId="{5026390E-9AA4-4A75-B299-6879C570537D}" type="presParOf" srcId="{8E2F77FB-A07F-46D5-BC4E-E2CCDB09520A}" destId="{1D852569-37AD-4607-B2EA-F913449C24C4}" srcOrd="2" destOrd="0" presId="urn:microsoft.com/office/officeart/2018/2/layout/IconLabelList"/>
    <dgm:cxn modelId="{FF9DCFF9-432D-4729-80D7-38CA649216C1}" type="presParOf" srcId="{C405D8E4-4934-4230-A28D-95C4DEF5BD63}" destId="{6FC35115-12CF-4894-87B0-8328B0B5B2DC}" srcOrd="3" destOrd="0" presId="urn:microsoft.com/office/officeart/2018/2/layout/IconLabelList"/>
    <dgm:cxn modelId="{26A9BECD-A57E-4480-BE66-CB11D9D2EBD2}" type="presParOf" srcId="{C405D8E4-4934-4230-A28D-95C4DEF5BD63}" destId="{C33C297E-4216-4E40-BB8B-C3AC42A9E16D}" srcOrd="4" destOrd="0" presId="urn:microsoft.com/office/officeart/2018/2/layout/IconLabelList"/>
    <dgm:cxn modelId="{17188838-45C1-472F-9EE5-C76D1508056F}" type="presParOf" srcId="{C33C297E-4216-4E40-BB8B-C3AC42A9E16D}" destId="{63FF13C3-AFF0-4685-89C4-0A3201AB4D7D}" srcOrd="0" destOrd="0" presId="urn:microsoft.com/office/officeart/2018/2/layout/IconLabelList"/>
    <dgm:cxn modelId="{C15B4605-724B-45D8-816D-785538C827DF}" type="presParOf" srcId="{C33C297E-4216-4E40-BB8B-C3AC42A9E16D}" destId="{3E709437-5C21-4A11-81CE-A6AB20BD4B9C}" srcOrd="1" destOrd="0" presId="urn:microsoft.com/office/officeart/2018/2/layout/IconLabelList"/>
    <dgm:cxn modelId="{BDF008B8-8AE3-4EFA-80DA-01848F0C1DF3}" type="presParOf" srcId="{C33C297E-4216-4E40-BB8B-C3AC42A9E16D}" destId="{45FEDB91-A2B2-47A7-BDA4-10300890AE44}" srcOrd="2" destOrd="0" presId="urn:microsoft.com/office/officeart/2018/2/layout/IconLabelList"/>
    <dgm:cxn modelId="{561830EF-EDA2-4D29-8F89-2398F689DF8E}" type="presParOf" srcId="{C405D8E4-4934-4230-A28D-95C4DEF5BD63}" destId="{702A4678-C21B-482C-9ECA-8D0F8765F9F8}" srcOrd="5" destOrd="0" presId="urn:microsoft.com/office/officeart/2018/2/layout/IconLabelList"/>
    <dgm:cxn modelId="{150FA319-3D3A-46D2-853F-C07657F1D633}" type="presParOf" srcId="{C405D8E4-4934-4230-A28D-95C4DEF5BD63}" destId="{C24875CD-6DFB-4657-A31F-D65D67739029}" srcOrd="6" destOrd="0" presId="urn:microsoft.com/office/officeart/2018/2/layout/IconLabelList"/>
    <dgm:cxn modelId="{0FE132AB-8B78-45E2-A65E-034F2C7BDB47}" type="presParOf" srcId="{C24875CD-6DFB-4657-A31F-D65D67739029}" destId="{0F0D8F6A-3466-45A3-A222-0107CBD83AAE}" srcOrd="0" destOrd="0" presId="urn:microsoft.com/office/officeart/2018/2/layout/IconLabelList"/>
    <dgm:cxn modelId="{F4271238-A289-4483-9B72-6FFB57BEAC89}" type="presParOf" srcId="{C24875CD-6DFB-4657-A31F-D65D67739029}" destId="{DECBA142-70D4-4220-9B29-0D7D6E0AB12D}" srcOrd="1" destOrd="0" presId="urn:microsoft.com/office/officeart/2018/2/layout/IconLabelList"/>
    <dgm:cxn modelId="{B138E1AB-96F7-4833-B69C-BA435150124D}" type="presParOf" srcId="{C24875CD-6DFB-4657-A31F-D65D67739029}" destId="{80D179EF-4528-4135-8664-608E882DBDF3}" srcOrd="2" destOrd="0" presId="urn:microsoft.com/office/officeart/2018/2/layout/IconLabelList"/>
    <dgm:cxn modelId="{0A142F2F-0C50-45F9-8551-6A8F3C20CA40}" type="presParOf" srcId="{C405D8E4-4934-4230-A28D-95C4DEF5BD63}" destId="{97F34EA1-427E-458E-962E-E59D9D1B7BF7}" srcOrd="7" destOrd="0" presId="urn:microsoft.com/office/officeart/2018/2/layout/IconLabelList"/>
    <dgm:cxn modelId="{0D89C6C0-A4A8-42F2-AE8A-F94E2DD5916C}" type="presParOf" srcId="{C405D8E4-4934-4230-A28D-95C4DEF5BD63}" destId="{DCA7F090-BC48-40B3-B0BC-C1253C5BE2C3}" srcOrd="8" destOrd="0" presId="urn:microsoft.com/office/officeart/2018/2/layout/IconLabelList"/>
    <dgm:cxn modelId="{D37C6DCB-7A7B-474F-8F0D-462233AF33DD}" type="presParOf" srcId="{DCA7F090-BC48-40B3-B0BC-C1253C5BE2C3}" destId="{5BBC8DE5-3B2E-4D73-9F2F-63E33E6EC972}" srcOrd="0" destOrd="0" presId="urn:microsoft.com/office/officeart/2018/2/layout/IconLabelList"/>
    <dgm:cxn modelId="{1F940CE5-9669-4135-A8A9-14FCB524C75C}" type="presParOf" srcId="{DCA7F090-BC48-40B3-B0BC-C1253C5BE2C3}" destId="{C4B0D347-1A1D-4F1B-991E-8C808544102E}" srcOrd="1" destOrd="0" presId="urn:microsoft.com/office/officeart/2018/2/layout/IconLabelList"/>
    <dgm:cxn modelId="{B7DED572-BCA7-4807-925E-BCA8A0CF8CCC}" type="presParOf" srcId="{DCA7F090-BC48-40B3-B0BC-C1253C5BE2C3}" destId="{B4C0F71B-6A0F-48CF-9868-3EC042E53D80}" srcOrd="2" destOrd="0" presId="urn:microsoft.com/office/officeart/2018/2/layout/IconLabelList"/>
    <dgm:cxn modelId="{03AEC28D-CF54-4EE3-8D67-7DE67847A32A}" type="presParOf" srcId="{C405D8E4-4934-4230-A28D-95C4DEF5BD63}" destId="{EDFB3235-3B72-4B54-9473-1DD9388903A6}" srcOrd="9" destOrd="0" presId="urn:microsoft.com/office/officeart/2018/2/layout/IconLabelList"/>
    <dgm:cxn modelId="{EC1E9428-B2DF-47C0-BE9E-C0F6FECB413E}" type="presParOf" srcId="{C405D8E4-4934-4230-A28D-95C4DEF5BD63}" destId="{2FE9B4FC-3CC7-4426-B84B-B14F1B9BD2D8}" srcOrd="10" destOrd="0" presId="urn:microsoft.com/office/officeart/2018/2/layout/IconLabelList"/>
    <dgm:cxn modelId="{DBE8D0DD-33B4-4FCF-A875-B8D45C7C6F8F}" type="presParOf" srcId="{2FE9B4FC-3CC7-4426-B84B-B14F1B9BD2D8}" destId="{E5272D37-2449-4694-B1D6-753BA280B7EF}" srcOrd="0" destOrd="0" presId="urn:microsoft.com/office/officeart/2018/2/layout/IconLabelList"/>
    <dgm:cxn modelId="{44BB757A-6BED-49A5-9769-CC2242716106}" type="presParOf" srcId="{2FE9B4FC-3CC7-4426-B84B-B14F1B9BD2D8}" destId="{51C54D03-3364-4DA5-927B-D9BFE14DE167}" srcOrd="1" destOrd="0" presId="urn:microsoft.com/office/officeart/2018/2/layout/IconLabelList"/>
    <dgm:cxn modelId="{9ED6D6C4-5E7B-4A4E-9E76-3367B916FBDE}" type="presParOf" srcId="{2FE9B4FC-3CC7-4426-B84B-B14F1B9BD2D8}" destId="{90CC408A-F47F-40CF-8C06-36C3F5693243}" srcOrd="2" destOrd="0" presId="urn:microsoft.com/office/officeart/2018/2/layout/IconLabelList"/>
    <dgm:cxn modelId="{DE3FB836-8437-4B08-82F4-BA7B5BBDF14B}" type="presParOf" srcId="{C405D8E4-4934-4230-A28D-95C4DEF5BD63}" destId="{D0B01CD1-301D-428F-B62A-900D013B81A3}" srcOrd="11" destOrd="0" presId="urn:microsoft.com/office/officeart/2018/2/layout/IconLabelList"/>
    <dgm:cxn modelId="{58101CCA-3AA3-473F-B2EE-6DEBDAD09D9C}" type="presParOf" srcId="{C405D8E4-4934-4230-A28D-95C4DEF5BD63}" destId="{7A466258-27FE-405B-AD34-81726DA93275}" srcOrd="12" destOrd="0" presId="urn:microsoft.com/office/officeart/2018/2/layout/IconLabelList"/>
    <dgm:cxn modelId="{6EE037A1-F652-4194-8C62-E48F91F1C3D4}" type="presParOf" srcId="{7A466258-27FE-405B-AD34-81726DA93275}" destId="{07290A17-F5E4-4B1C-8C57-F2C270CB5F81}" srcOrd="0" destOrd="0" presId="urn:microsoft.com/office/officeart/2018/2/layout/IconLabelList"/>
    <dgm:cxn modelId="{82D3F18E-C69A-43E7-8D43-3C37B5512B54}" type="presParOf" srcId="{7A466258-27FE-405B-AD34-81726DA93275}" destId="{99826B69-BA10-4A37-8AB7-FBBF9D5DA09A}" srcOrd="1" destOrd="0" presId="urn:microsoft.com/office/officeart/2018/2/layout/IconLabelList"/>
    <dgm:cxn modelId="{2B42F64A-6DB8-4EE6-834D-28B1EF7F0BCB}" type="presParOf" srcId="{7A466258-27FE-405B-AD34-81726DA93275}" destId="{10277541-32D8-41DE-985B-CF0E6972A15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C30108-F5F4-402D-967F-1A5E4B0CDB4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DEC110-48F8-48E4-921D-FFC8F81F9869}">
      <dgm:prSet/>
      <dgm:spPr/>
      <dgm:t>
        <a:bodyPr/>
        <a:lstStyle/>
        <a:p>
          <a:r>
            <a:rPr lang="en-IN" b="1" u="sng"/>
            <a:t>INNOVATION:</a:t>
          </a:r>
          <a:endParaRPr lang="en-US"/>
        </a:p>
      </dgm:t>
    </dgm:pt>
    <dgm:pt modelId="{9AC52E9A-DA46-41D5-B20F-C80207BA02AC}" type="parTrans" cxnId="{7D656B16-4631-4E9C-8778-BD4839AB043E}">
      <dgm:prSet/>
      <dgm:spPr/>
      <dgm:t>
        <a:bodyPr/>
        <a:lstStyle/>
        <a:p>
          <a:endParaRPr lang="en-US"/>
        </a:p>
      </dgm:t>
    </dgm:pt>
    <dgm:pt modelId="{4AFC2EF7-2970-4BC8-B2DD-D3B7D05D4685}" type="sibTrans" cxnId="{7D656B16-4631-4E9C-8778-BD4839AB043E}">
      <dgm:prSet/>
      <dgm:spPr/>
      <dgm:t>
        <a:bodyPr/>
        <a:lstStyle/>
        <a:p>
          <a:endParaRPr lang="en-US"/>
        </a:p>
      </dgm:t>
    </dgm:pt>
    <dgm:pt modelId="{4DDE889F-9BC8-4A3B-9F6A-2D3E99F0CD05}">
      <dgm:prSet/>
      <dgm:spPr/>
      <dgm:t>
        <a:bodyPr/>
        <a:lstStyle/>
        <a:p>
          <a:r>
            <a:rPr lang="en-IN"/>
            <a:t>Interactive dashboard with dynamic filters. </a:t>
          </a:r>
          <a:endParaRPr lang="en-US"/>
        </a:p>
      </dgm:t>
    </dgm:pt>
    <dgm:pt modelId="{290CEF72-1B5C-458F-8305-0F58D3D0526C}" type="parTrans" cxnId="{658F43DA-4E73-4239-B5F8-ED72C81E1F8B}">
      <dgm:prSet/>
      <dgm:spPr/>
      <dgm:t>
        <a:bodyPr/>
        <a:lstStyle/>
        <a:p>
          <a:endParaRPr lang="en-US"/>
        </a:p>
      </dgm:t>
    </dgm:pt>
    <dgm:pt modelId="{81AF692C-6E56-498B-8CDF-ADCA42297E83}" type="sibTrans" cxnId="{658F43DA-4E73-4239-B5F8-ED72C81E1F8B}">
      <dgm:prSet/>
      <dgm:spPr/>
      <dgm:t>
        <a:bodyPr/>
        <a:lstStyle/>
        <a:p>
          <a:endParaRPr lang="en-US"/>
        </a:p>
      </dgm:t>
    </dgm:pt>
    <dgm:pt modelId="{DC620A92-521C-4292-92C1-587395E42CE5}">
      <dgm:prSet/>
      <dgm:spPr/>
      <dgm:t>
        <a:bodyPr/>
        <a:lstStyle/>
        <a:p>
          <a:r>
            <a:rPr lang="en-IN"/>
            <a:t>Real-time visual exploration of selected data. </a:t>
          </a:r>
          <a:endParaRPr lang="en-US"/>
        </a:p>
      </dgm:t>
    </dgm:pt>
    <dgm:pt modelId="{374725AB-FFE4-4BD8-9881-150D898D2EAA}" type="parTrans" cxnId="{2E4E3334-4121-4608-9F83-DCC39215C14C}">
      <dgm:prSet/>
      <dgm:spPr/>
      <dgm:t>
        <a:bodyPr/>
        <a:lstStyle/>
        <a:p>
          <a:endParaRPr lang="en-US"/>
        </a:p>
      </dgm:t>
    </dgm:pt>
    <dgm:pt modelId="{8B53FA35-4409-4433-A3AA-0A8522FE5DCF}" type="sibTrans" cxnId="{2E4E3334-4121-4608-9F83-DCC39215C14C}">
      <dgm:prSet/>
      <dgm:spPr/>
      <dgm:t>
        <a:bodyPr/>
        <a:lstStyle/>
        <a:p>
          <a:endParaRPr lang="en-US"/>
        </a:p>
      </dgm:t>
    </dgm:pt>
    <dgm:pt modelId="{E94C1BAC-6CBD-40DA-A192-872A90AC35D8}">
      <dgm:prSet/>
      <dgm:spPr/>
      <dgm:t>
        <a:bodyPr/>
        <a:lstStyle/>
        <a:p>
          <a:r>
            <a:rPr lang="en-IN"/>
            <a:t>Combines analysis and visualization in one platform.</a:t>
          </a:r>
          <a:endParaRPr lang="en-US"/>
        </a:p>
      </dgm:t>
    </dgm:pt>
    <dgm:pt modelId="{3A4E4FCD-8D22-4934-8705-0F7DE19B9E2E}" type="parTrans" cxnId="{EE135660-7DF8-4C78-9740-12F3041BFCC1}">
      <dgm:prSet/>
      <dgm:spPr/>
      <dgm:t>
        <a:bodyPr/>
        <a:lstStyle/>
        <a:p>
          <a:endParaRPr lang="en-US"/>
        </a:p>
      </dgm:t>
    </dgm:pt>
    <dgm:pt modelId="{7A15723E-B51A-41AA-8852-1C629B54B9E4}" type="sibTrans" cxnId="{EE135660-7DF8-4C78-9740-12F3041BFCC1}">
      <dgm:prSet/>
      <dgm:spPr/>
      <dgm:t>
        <a:bodyPr/>
        <a:lstStyle/>
        <a:p>
          <a:endParaRPr lang="en-US"/>
        </a:p>
      </dgm:t>
    </dgm:pt>
    <dgm:pt modelId="{D7488303-2866-4F28-BB15-CD7CD70E2C88}">
      <dgm:prSet/>
      <dgm:spPr/>
      <dgm:t>
        <a:bodyPr/>
        <a:lstStyle/>
        <a:p>
          <a:r>
            <a:rPr lang="en-IN" b="1" u="sng"/>
            <a:t>CREATIVITY:</a:t>
          </a:r>
          <a:endParaRPr lang="en-US"/>
        </a:p>
      </dgm:t>
    </dgm:pt>
    <dgm:pt modelId="{FB6C2C2B-065C-4172-8198-5CF72C3DBFF2}" type="parTrans" cxnId="{4BB93D27-7144-4DA5-A7D0-755DA1EAECBA}">
      <dgm:prSet/>
      <dgm:spPr/>
      <dgm:t>
        <a:bodyPr/>
        <a:lstStyle/>
        <a:p>
          <a:endParaRPr lang="en-US"/>
        </a:p>
      </dgm:t>
    </dgm:pt>
    <dgm:pt modelId="{A41EC3EF-FB91-4156-92A5-F020EF0A1C1D}" type="sibTrans" cxnId="{4BB93D27-7144-4DA5-A7D0-755DA1EAECBA}">
      <dgm:prSet/>
      <dgm:spPr/>
      <dgm:t>
        <a:bodyPr/>
        <a:lstStyle/>
        <a:p>
          <a:endParaRPr lang="en-US"/>
        </a:p>
      </dgm:t>
    </dgm:pt>
    <dgm:pt modelId="{9DD955A4-45B5-416C-886D-99DD81B24F32}">
      <dgm:prSet/>
      <dgm:spPr/>
      <dgm:t>
        <a:bodyPr/>
        <a:lstStyle/>
        <a:p>
          <a:r>
            <a:rPr lang="en-IN"/>
            <a:t>Simple and user-friendly dashboard design. </a:t>
          </a:r>
          <a:endParaRPr lang="en-US"/>
        </a:p>
      </dgm:t>
    </dgm:pt>
    <dgm:pt modelId="{F3664293-81A5-411E-829D-BAA4CFF50E6A}" type="parTrans" cxnId="{EED6572E-4103-45A1-962F-B9DF3B327848}">
      <dgm:prSet/>
      <dgm:spPr/>
      <dgm:t>
        <a:bodyPr/>
        <a:lstStyle/>
        <a:p>
          <a:endParaRPr lang="en-US"/>
        </a:p>
      </dgm:t>
    </dgm:pt>
    <dgm:pt modelId="{E234574F-06E9-461A-9805-2B04FAB6CA4A}" type="sibTrans" cxnId="{EED6572E-4103-45A1-962F-B9DF3B327848}">
      <dgm:prSet/>
      <dgm:spPr/>
      <dgm:t>
        <a:bodyPr/>
        <a:lstStyle/>
        <a:p>
          <a:endParaRPr lang="en-US"/>
        </a:p>
      </dgm:t>
    </dgm:pt>
    <dgm:pt modelId="{7E7117EF-2638-4AB5-92BA-89DD31D884E7}">
      <dgm:prSet/>
      <dgm:spPr/>
      <dgm:t>
        <a:bodyPr/>
        <a:lstStyle/>
        <a:p>
          <a:r>
            <a:rPr lang="en-IN"/>
            <a:t>Multiple charts for trends and comparisons. </a:t>
          </a:r>
          <a:endParaRPr lang="en-US"/>
        </a:p>
      </dgm:t>
    </dgm:pt>
    <dgm:pt modelId="{B7D567A5-97CB-4DC8-B2D5-84B23BAE3C7D}" type="parTrans" cxnId="{F5E7505F-66BB-403F-925E-E3C3C61A1137}">
      <dgm:prSet/>
      <dgm:spPr/>
      <dgm:t>
        <a:bodyPr/>
        <a:lstStyle/>
        <a:p>
          <a:endParaRPr lang="en-US"/>
        </a:p>
      </dgm:t>
    </dgm:pt>
    <dgm:pt modelId="{E18EF1BD-D337-4D5B-9D31-ADCD7793C8E4}" type="sibTrans" cxnId="{F5E7505F-66BB-403F-925E-E3C3C61A1137}">
      <dgm:prSet/>
      <dgm:spPr/>
      <dgm:t>
        <a:bodyPr/>
        <a:lstStyle/>
        <a:p>
          <a:endParaRPr lang="en-US"/>
        </a:p>
      </dgm:t>
    </dgm:pt>
    <dgm:pt modelId="{66975860-D53A-460E-BA86-2B96BF365944}">
      <dgm:prSet/>
      <dgm:spPr/>
      <dgm:t>
        <a:bodyPr/>
        <a:lstStyle/>
        <a:p>
          <a:r>
            <a:rPr lang="en-IN"/>
            <a:t>Visual presentation of complex health data. </a:t>
          </a:r>
          <a:endParaRPr lang="en-US"/>
        </a:p>
      </dgm:t>
    </dgm:pt>
    <dgm:pt modelId="{6F54EB86-AD1B-43C3-8B1E-48C2B5A98A13}" type="parTrans" cxnId="{58955559-BBCA-493A-BD29-CFA20F963F95}">
      <dgm:prSet/>
      <dgm:spPr/>
      <dgm:t>
        <a:bodyPr/>
        <a:lstStyle/>
        <a:p>
          <a:endParaRPr lang="en-US"/>
        </a:p>
      </dgm:t>
    </dgm:pt>
    <dgm:pt modelId="{D6B638F4-3F6A-45BE-BC5C-45F391C3A243}" type="sibTrans" cxnId="{58955559-BBCA-493A-BD29-CFA20F963F95}">
      <dgm:prSet/>
      <dgm:spPr/>
      <dgm:t>
        <a:bodyPr/>
        <a:lstStyle/>
        <a:p>
          <a:endParaRPr lang="en-US"/>
        </a:p>
      </dgm:t>
    </dgm:pt>
    <dgm:pt modelId="{D9A2896C-3F8C-48C0-B817-90EF972110F2}">
      <dgm:prSet/>
      <dgm:spPr/>
      <dgm:t>
        <a:bodyPr/>
        <a:lstStyle/>
        <a:p>
          <a:r>
            <a:rPr lang="en-IN" b="1" u="sng"/>
            <a:t>NOVELTY:</a:t>
          </a:r>
          <a:endParaRPr lang="en-US"/>
        </a:p>
      </dgm:t>
    </dgm:pt>
    <dgm:pt modelId="{EA20391E-FF4D-406F-A392-25B409C6D42E}" type="parTrans" cxnId="{ED5B6DF8-6153-4FAC-B646-15AE10221A35}">
      <dgm:prSet/>
      <dgm:spPr/>
      <dgm:t>
        <a:bodyPr/>
        <a:lstStyle/>
        <a:p>
          <a:endParaRPr lang="en-US"/>
        </a:p>
      </dgm:t>
    </dgm:pt>
    <dgm:pt modelId="{E09FFFA9-AADB-4FAC-8A39-013385725B3C}" type="sibTrans" cxnId="{ED5B6DF8-6153-4FAC-B646-15AE10221A35}">
      <dgm:prSet/>
      <dgm:spPr/>
      <dgm:t>
        <a:bodyPr/>
        <a:lstStyle/>
        <a:p>
          <a:endParaRPr lang="en-US"/>
        </a:p>
      </dgm:t>
    </dgm:pt>
    <dgm:pt modelId="{80932DAD-BFDF-4886-B57B-3C3BB351D17B}">
      <dgm:prSet/>
      <dgm:spPr/>
      <dgm:t>
        <a:bodyPr/>
        <a:lstStyle/>
        <a:p>
          <a:r>
            <a:rPr lang="en-IN"/>
            <a:t>Integrates the complete </a:t>
          </a:r>
          <a:r>
            <a:rPr lang="en-IN" b="1"/>
            <a:t>Data Science workflow</a:t>
          </a:r>
          <a:r>
            <a:rPr lang="en-IN"/>
            <a:t>. </a:t>
          </a:r>
          <a:endParaRPr lang="en-US"/>
        </a:p>
      </dgm:t>
    </dgm:pt>
    <dgm:pt modelId="{7981F1C3-C943-4AE1-A89B-CCBB1749823E}" type="parTrans" cxnId="{E730C424-8B6C-448F-BBD9-1CE3F691E002}">
      <dgm:prSet/>
      <dgm:spPr/>
      <dgm:t>
        <a:bodyPr/>
        <a:lstStyle/>
        <a:p>
          <a:endParaRPr lang="en-US"/>
        </a:p>
      </dgm:t>
    </dgm:pt>
    <dgm:pt modelId="{552A49A3-1436-453E-8854-9413F490D5A6}" type="sibTrans" cxnId="{E730C424-8B6C-448F-BBD9-1CE3F691E002}">
      <dgm:prSet/>
      <dgm:spPr/>
      <dgm:t>
        <a:bodyPr/>
        <a:lstStyle/>
        <a:p>
          <a:endParaRPr lang="en-US"/>
        </a:p>
      </dgm:t>
    </dgm:pt>
    <dgm:pt modelId="{055F03E1-6CA4-483A-9A7E-8C55E09E9A87}">
      <dgm:prSet/>
      <dgm:spPr/>
      <dgm:t>
        <a:bodyPr/>
        <a:lstStyle/>
        <a:p>
          <a:r>
            <a:rPr lang="en-IN"/>
            <a:t>Combines preprocessing, EDA and interactive visualization. </a:t>
          </a:r>
          <a:endParaRPr lang="en-US"/>
        </a:p>
      </dgm:t>
    </dgm:pt>
    <dgm:pt modelId="{63A73C48-701B-49CE-B5EF-1F35B80E1135}" type="parTrans" cxnId="{AF709E59-74C9-42B2-97F2-88A86F2D2628}">
      <dgm:prSet/>
      <dgm:spPr/>
      <dgm:t>
        <a:bodyPr/>
        <a:lstStyle/>
        <a:p>
          <a:endParaRPr lang="en-US"/>
        </a:p>
      </dgm:t>
    </dgm:pt>
    <dgm:pt modelId="{09D15BD4-C454-4CEF-AF1B-C5D960BBBCBC}" type="sibTrans" cxnId="{AF709E59-74C9-42B2-97F2-88A86F2D2628}">
      <dgm:prSet/>
      <dgm:spPr/>
      <dgm:t>
        <a:bodyPr/>
        <a:lstStyle/>
        <a:p>
          <a:endParaRPr lang="en-US"/>
        </a:p>
      </dgm:t>
    </dgm:pt>
    <dgm:pt modelId="{76930880-05CC-44CC-85D3-4C486894FE65}">
      <dgm:prSet/>
      <dgm:spPr/>
      <dgm:t>
        <a:bodyPr/>
        <a:lstStyle/>
        <a:p>
          <a:r>
            <a:rPr lang="en-IN"/>
            <a:t>Enables easy </a:t>
          </a:r>
          <a:r>
            <a:rPr lang="en-IN" b="1"/>
            <a:t>region, category and time-based analysis</a:t>
          </a:r>
          <a:r>
            <a:rPr lang="en-IN"/>
            <a:t>.</a:t>
          </a:r>
          <a:endParaRPr lang="en-US"/>
        </a:p>
      </dgm:t>
    </dgm:pt>
    <dgm:pt modelId="{EFF21AA9-0AA0-4CDB-BAD9-2A0D403D97C8}" type="parTrans" cxnId="{267DA129-8EA2-4B1F-A266-C9C04A9ECFE2}">
      <dgm:prSet/>
      <dgm:spPr/>
      <dgm:t>
        <a:bodyPr/>
        <a:lstStyle/>
        <a:p>
          <a:endParaRPr lang="en-US"/>
        </a:p>
      </dgm:t>
    </dgm:pt>
    <dgm:pt modelId="{31A153BF-075C-4508-B1CF-A59A7084712C}" type="sibTrans" cxnId="{267DA129-8EA2-4B1F-A266-C9C04A9ECFE2}">
      <dgm:prSet/>
      <dgm:spPr/>
      <dgm:t>
        <a:bodyPr/>
        <a:lstStyle/>
        <a:p>
          <a:endParaRPr lang="en-US"/>
        </a:p>
      </dgm:t>
    </dgm:pt>
    <dgm:pt modelId="{A0F5AD54-86DE-4734-9995-B7ED1F5B04E2}" type="pres">
      <dgm:prSet presAssocID="{D1C30108-F5F4-402D-967F-1A5E4B0CDB4C}" presName="linear" presStyleCnt="0">
        <dgm:presLayoutVars>
          <dgm:dir/>
          <dgm:animLvl val="lvl"/>
          <dgm:resizeHandles val="exact"/>
        </dgm:presLayoutVars>
      </dgm:prSet>
      <dgm:spPr/>
    </dgm:pt>
    <dgm:pt modelId="{E69D4496-F170-44D7-ACB8-6DB1479939FB}" type="pres">
      <dgm:prSet presAssocID="{1CDEC110-48F8-48E4-921D-FFC8F81F9869}" presName="parentLin" presStyleCnt="0"/>
      <dgm:spPr/>
    </dgm:pt>
    <dgm:pt modelId="{887B8984-CCD8-42E0-814C-4DD49F3817F8}" type="pres">
      <dgm:prSet presAssocID="{1CDEC110-48F8-48E4-921D-FFC8F81F9869}" presName="parentLeftMargin" presStyleLbl="node1" presStyleIdx="0" presStyleCnt="3"/>
      <dgm:spPr/>
    </dgm:pt>
    <dgm:pt modelId="{780C2C41-F6BF-4990-A54D-BAB5D27A7FC1}" type="pres">
      <dgm:prSet presAssocID="{1CDEC110-48F8-48E4-921D-FFC8F81F98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719D170-DA6D-463E-B650-1C057F0F28D1}" type="pres">
      <dgm:prSet presAssocID="{1CDEC110-48F8-48E4-921D-FFC8F81F9869}" presName="negativeSpace" presStyleCnt="0"/>
      <dgm:spPr/>
    </dgm:pt>
    <dgm:pt modelId="{147F98FC-18F9-44F2-BA57-F73EFA12846E}" type="pres">
      <dgm:prSet presAssocID="{1CDEC110-48F8-48E4-921D-FFC8F81F9869}" presName="childText" presStyleLbl="conFgAcc1" presStyleIdx="0" presStyleCnt="3">
        <dgm:presLayoutVars>
          <dgm:bulletEnabled val="1"/>
        </dgm:presLayoutVars>
      </dgm:prSet>
      <dgm:spPr/>
    </dgm:pt>
    <dgm:pt modelId="{26B632B6-0C18-462D-954D-C6C71E7FA70D}" type="pres">
      <dgm:prSet presAssocID="{4AFC2EF7-2970-4BC8-B2DD-D3B7D05D4685}" presName="spaceBetweenRectangles" presStyleCnt="0"/>
      <dgm:spPr/>
    </dgm:pt>
    <dgm:pt modelId="{13104CD7-59DD-4926-830A-F92A78381303}" type="pres">
      <dgm:prSet presAssocID="{D7488303-2866-4F28-BB15-CD7CD70E2C88}" presName="parentLin" presStyleCnt="0"/>
      <dgm:spPr/>
    </dgm:pt>
    <dgm:pt modelId="{93C83967-03B4-4DFF-9A80-39B1CA4F142F}" type="pres">
      <dgm:prSet presAssocID="{D7488303-2866-4F28-BB15-CD7CD70E2C88}" presName="parentLeftMargin" presStyleLbl="node1" presStyleIdx="0" presStyleCnt="3"/>
      <dgm:spPr/>
    </dgm:pt>
    <dgm:pt modelId="{9C919ECB-F666-4181-95AF-81E097F512A9}" type="pres">
      <dgm:prSet presAssocID="{D7488303-2866-4F28-BB15-CD7CD70E2C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0D520C-C4B9-459D-BB66-2B6C900B27E5}" type="pres">
      <dgm:prSet presAssocID="{D7488303-2866-4F28-BB15-CD7CD70E2C88}" presName="negativeSpace" presStyleCnt="0"/>
      <dgm:spPr/>
    </dgm:pt>
    <dgm:pt modelId="{C13F8B8E-5776-4309-A6F7-5A9296AAE9C8}" type="pres">
      <dgm:prSet presAssocID="{D7488303-2866-4F28-BB15-CD7CD70E2C88}" presName="childText" presStyleLbl="conFgAcc1" presStyleIdx="1" presStyleCnt="3">
        <dgm:presLayoutVars>
          <dgm:bulletEnabled val="1"/>
        </dgm:presLayoutVars>
      </dgm:prSet>
      <dgm:spPr/>
    </dgm:pt>
    <dgm:pt modelId="{10F04285-1518-4A87-9D80-1926BE932B5D}" type="pres">
      <dgm:prSet presAssocID="{A41EC3EF-FB91-4156-92A5-F020EF0A1C1D}" presName="spaceBetweenRectangles" presStyleCnt="0"/>
      <dgm:spPr/>
    </dgm:pt>
    <dgm:pt modelId="{3D1F905A-1A6B-44A9-BAD9-66EE12D6107A}" type="pres">
      <dgm:prSet presAssocID="{D9A2896C-3F8C-48C0-B817-90EF972110F2}" presName="parentLin" presStyleCnt="0"/>
      <dgm:spPr/>
    </dgm:pt>
    <dgm:pt modelId="{68605EAF-DA76-4E6F-964E-C4EA3FFB8861}" type="pres">
      <dgm:prSet presAssocID="{D9A2896C-3F8C-48C0-B817-90EF972110F2}" presName="parentLeftMargin" presStyleLbl="node1" presStyleIdx="1" presStyleCnt="3"/>
      <dgm:spPr/>
    </dgm:pt>
    <dgm:pt modelId="{D4220B45-135E-4F69-ACBC-E32AA88C00BD}" type="pres">
      <dgm:prSet presAssocID="{D9A2896C-3F8C-48C0-B817-90EF972110F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A09221B-9115-4FB0-975F-8E29DE998855}" type="pres">
      <dgm:prSet presAssocID="{D9A2896C-3F8C-48C0-B817-90EF972110F2}" presName="negativeSpace" presStyleCnt="0"/>
      <dgm:spPr/>
    </dgm:pt>
    <dgm:pt modelId="{A45D9067-0531-4201-9F78-7DD2ECBE615C}" type="pres">
      <dgm:prSet presAssocID="{D9A2896C-3F8C-48C0-B817-90EF972110F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E83D30E-B3CA-4A70-93C7-9D0F78C8EEB1}" type="presOf" srcId="{4DDE889F-9BC8-4A3B-9F6A-2D3E99F0CD05}" destId="{147F98FC-18F9-44F2-BA57-F73EFA12846E}" srcOrd="0" destOrd="0" presId="urn:microsoft.com/office/officeart/2005/8/layout/list1"/>
    <dgm:cxn modelId="{3F3ECA15-C180-4758-A5F9-0A4D97EF2D15}" type="presOf" srcId="{66975860-D53A-460E-BA86-2B96BF365944}" destId="{C13F8B8E-5776-4309-A6F7-5A9296AAE9C8}" srcOrd="0" destOrd="2" presId="urn:microsoft.com/office/officeart/2005/8/layout/list1"/>
    <dgm:cxn modelId="{7D656B16-4631-4E9C-8778-BD4839AB043E}" srcId="{D1C30108-F5F4-402D-967F-1A5E4B0CDB4C}" destId="{1CDEC110-48F8-48E4-921D-FFC8F81F9869}" srcOrd="0" destOrd="0" parTransId="{9AC52E9A-DA46-41D5-B20F-C80207BA02AC}" sibTransId="{4AFC2EF7-2970-4BC8-B2DD-D3B7D05D4685}"/>
    <dgm:cxn modelId="{14979116-142F-43AF-B586-9617B501A1D7}" type="presOf" srcId="{7E7117EF-2638-4AB5-92BA-89DD31D884E7}" destId="{C13F8B8E-5776-4309-A6F7-5A9296AAE9C8}" srcOrd="0" destOrd="1" presId="urn:microsoft.com/office/officeart/2005/8/layout/list1"/>
    <dgm:cxn modelId="{E730C424-8B6C-448F-BBD9-1CE3F691E002}" srcId="{D9A2896C-3F8C-48C0-B817-90EF972110F2}" destId="{80932DAD-BFDF-4886-B57B-3C3BB351D17B}" srcOrd="0" destOrd="0" parTransId="{7981F1C3-C943-4AE1-A89B-CCBB1749823E}" sibTransId="{552A49A3-1436-453E-8854-9413F490D5A6}"/>
    <dgm:cxn modelId="{4BB93D27-7144-4DA5-A7D0-755DA1EAECBA}" srcId="{D1C30108-F5F4-402D-967F-1A5E4B0CDB4C}" destId="{D7488303-2866-4F28-BB15-CD7CD70E2C88}" srcOrd="1" destOrd="0" parTransId="{FB6C2C2B-065C-4172-8198-5CF72C3DBFF2}" sibTransId="{A41EC3EF-FB91-4156-92A5-F020EF0A1C1D}"/>
    <dgm:cxn modelId="{267DA129-8EA2-4B1F-A266-C9C04A9ECFE2}" srcId="{D9A2896C-3F8C-48C0-B817-90EF972110F2}" destId="{76930880-05CC-44CC-85D3-4C486894FE65}" srcOrd="2" destOrd="0" parTransId="{EFF21AA9-0AA0-4CDB-BAD9-2A0D403D97C8}" sibTransId="{31A153BF-075C-4508-B1CF-A59A7084712C}"/>
    <dgm:cxn modelId="{09F0672E-0356-485A-B8C5-407D9070288F}" type="presOf" srcId="{055F03E1-6CA4-483A-9A7E-8C55E09E9A87}" destId="{A45D9067-0531-4201-9F78-7DD2ECBE615C}" srcOrd="0" destOrd="1" presId="urn:microsoft.com/office/officeart/2005/8/layout/list1"/>
    <dgm:cxn modelId="{EED6572E-4103-45A1-962F-B9DF3B327848}" srcId="{D7488303-2866-4F28-BB15-CD7CD70E2C88}" destId="{9DD955A4-45B5-416C-886D-99DD81B24F32}" srcOrd="0" destOrd="0" parTransId="{F3664293-81A5-411E-829D-BAA4CFF50E6A}" sibTransId="{E234574F-06E9-461A-9805-2B04FAB6CA4A}"/>
    <dgm:cxn modelId="{673C5633-1B60-4D0B-B29F-6BABC77C4CDC}" type="presOf" srcId="{D9A2896C-3F8C-48C0-B817-90EF972110F2}" destId="{68605EAF-DA76-4E6F-964E-C4EA3FFB8861}" srcOrd="0" destOrd="0" presId="urn:microsoft.com/office/officeart/2005/8/layout/list1"/>
    <dgm:cxn modelId="{2E4E3334-4121-4608-9F83-DCC39215C14C}" srcId="{1CDEC110-48F8-48E4-921D-FFC8F81F9869}" destId="{DC620A92-521C-4292-92C1-587395E42CE5}" srcOrd="1" destOrd="0" parTransId="{374725AB-FFE4-4BD8-9881-150D898D2EAA}" sibTransId="{8B53FA35-4409-4433-A3AA-0A8522FE5DCF}"/>
    <dgm:cxn modelId="{F5E7505F-66BB-403F-925E-E3C3C61A1137}" srcId="{D7488303-2866-4F28-BB15-CD7CD70E2C88}" destId="{7E7117EF-2638-4AB5-92BA-89DD31D884E7}" srcOrd="1" destOrd="0" parTransId="{B7D567A5-97CB-4DC8-B2D5-84B23BAE3C7D}" sibTransId="{E18EF1BD-D337-4D5B-9D31-ADCD7793C8E4}"/>
    <dgm:cxn modelId="{EE135660-7DF8-4C78-9740-12F3041BFCC1}" srcId="{1CDEC110-48F8-48E4-921D-FFC8F81F9869}" destId="{E94C1BAC-6CBD-40DA-A192-872A90AC35D8}" srcOrd="2" destOrd="0" parTransId="{3A4E4FCD-8D22-4934-8705-0F7DE19B9E2E}" sibTransId="{7A15723E-B51A-41AA-8852-1C629B54B9E4}"/>
    <dgm:cxn modelId="{7ACEBF47-25B9-4345-A5F1-D55B59CE3930}" type="presOf" srcId="{1CDEC110-48F8-48E4-921D-FFC8F81F9869}" destId="{887B8984-CCD8-42E0-814C-4DD49F3817F8}" srcOrd="0" destOrd="0" presId="urn:microsoft.com/office/officeart/2005/8/layout/list1"/>
    <dgm:cxn modelId="{74FB2A56-6891-463D-B624-64CEE436BF29}" type="presOf" srcId="{9DD955A4-45B5-416C-886D-99DD81B24F32}" destId="{C13F8B8E-5776-4309-A6F7-5A9296AAE9C8}" srcOrd="0" destOrd="0" presId="urn:microsoft.com/office/officeart/2005/8/layout/list1"/>
    <dgm:cxn modelId="{58955559-BBCA-493A-BD29-CFA20F963F95}" srcId="{D7488303-2866-4F28-BB15-CD7CD70E2C88}" destId="{66975860-D53A-460E-BA86-2B96BF365944}" srcOrd="2" destOrd="0" parTransId="{6F54EB86-AD1B-43C3-8B1E-48C2B5A98A13}" sibTransId="{D6B638F4-3F6A-45BE-BC5C-45F391C3A243}"/>
    <dgm:cxn modelId="{AF709E59-74C9-42B2-97F2-88A86F2D2628}" srcId="{D9A2896C-3F8C-48C0-B817-90EF972110F2}" destId="{055F03E1-6CA4-483A-9A7E-8C55E09E9A87}" srcOrd="1" destOrd="0" parTransId="{63A73C48-701B-49CE-B5EF-1F35B80E1135}" sibTransId="{09D15BD4-C454-4CEF-AF1B-C5D960BBBCBC}"/>
    <dgm:cxn modelId="{6046BB7C-5D1D-410E-A9FE-119BEF73289B}" type="presOf" srcId="{D7488303-2866-4F28-BB15-CD7CD70E2C88}" destId="{93C83967-03B4-4DFF-9A80-39B1CA4F142F}" srcOrd="0" destOrd="0" presId="urn:microsoft.com/office/officeart/2005/8/layout/list1"/>
    <dgm:cxn modelId="{F7D39989-EE4E-41E1-AE44-6832DD346680}" type="presOf" srcId="{E94C1BAC-6CBD-40DA-A192-872A90AC35D8}" destId="{147F98FC-18F9-44F2-BA57-F73EFA12846E}" srcOrd="0" destOrd="2" presId="urn:microsoft.com/office/officeart/2005/8/layout/list1"/>
    <dgm:cxn modelId="{1A202994-B67E-49CB-9F93-850268106473}" type="presOf" srcId="{80932DAD-BFDF-4886-B57B-3C3BB351D17B}" destId="{A45D9067-0531-4201-9F78-7DD2ECBE615C}" srcOrd="0" destOrd="0" presId="urn:microsoft.com/office/officeart/2005/8/layout/list1"/>
    <dgm:cxn modelId="{DACC8F97-39D3-4253-ABA6-ED3ED352C2FB}" type="presOf" srcId="{DC620A92-521C-4292-92C1-587395E42CE5}" destId="{147F98FC-18F9-44F2-BA57-F73EFA12846E}" srcOrd="0" destOrd="1" presId="urn:microsoft.com/office/officeart/2005/8/layout/list1"/>
    <dgm:cxn modelId="{030D3B98-2FEF-41CC-B8F7-D730D6B4DC09}" type="presOf" srcId="{D1C30108-F5F4-402D-967F-1A5E4B0CDB4C}" destId="{A0F5AD54-86DE-4734-9995-B7ED1F5B04E2}" srcOrd="0" destOrd="0" presId="urn:microsoft.com/office/officeart/2005/8/layout/list1"/>
    <dgm:cxn modelId="{5E7881A6-B5ED-4115-8C47-9DFB88B29665}" type="presOf" srcId="{D9A2896C-3F8C-48C0-B817-90EF972110F2}" destId="{D4220B45-135E-4F69-ACBC-E32AA88C00BD}" srcOrd="1" destOrd="0" presId="urn:microsoft.com/office/officeart/2005/8/layout/list1"/>
    <dgm:cxn modelId="{1265C4AC-0860-4747-8058-50202579030B}" type="presOf" srcId="{76930880-05CC-44CC-85D3-4C486894FE65}" destId="{A45D9067-0531-4201-9F78-7DD2ECBE615C}" srcOrd="0" destOrd="2" presId="urn:microsoft.com/office/officeart/2005/8/layout/list1"/>
    <dgm:cxn modelId="{C5CC3DBD-4E90-437D-A2A3-A1A247B86D6B}" type="presOf" srcId="{1CDEC110-48F8-48E4-921D-FFC8F81F9869}" destId="{780C2C41-F6BF-4990-A54D-BAB5D27A7FC1}" srcOrd="1" destOrd="0" presId="urn:microsoft.com/office/officeart/2005/8/layout/list1"/>
    <dgm:cxn modelId="{C4C8A2CE-060B-4552-B805-172F8306EF1D}" type="presOf" srcId="{D7488303-2866-4F28-BB15-CD7CD70E2C88}" destId="{9C919ECB-F666-4181-95AF-81E097F512A9}" srcOrd="1" destOrd="0" presId="urn:microsoft.com/office/officeart/2005/8/layout/list1"/>
    <dgm:cxn modelId="{658F43DA-4E73-4239-B5F8-ED72C81E1F8B}" srcId="{1CDEC110-48F8-48E4-921D-FFC8F81F9869}" destId="{4DDE889F-9BC8-4A3B-9F6A-2D3E99F0CD05}" srcOrd="0" destOrd="0" parTransId="{290CEF72-1B5C-458F-8305-0F58D3D0526C}" sibTransId="{81AF692C-6E56-498B-8CDF-ADCA42297E83}"/>
    <dgm:cxn modelId="{ED5B6DF8-6153-4FAC-B646-15AE10221A35}" srcId="{D1C30108-F5F4-402D-967F-1A5E4B0CDB4C}" destId="{D9A2896C-3F8C-48C0-B817-90EF972110F2}" srcOrd="2" destOrd="0" parTransId="{EA20391E-FF4D-406F-A392-25B409C6D42E}" sibTransId="{E09FFFA9-AADB-4FAC-8A39-013385725B3C}"/>
    <dgm:cxn modelId="{D5EC56E7-97FF-4B2B-BBC6-21EF2F72D02C}" type="presParOf" srcId="{A0F5AD54-86DE-4734-9995-B7ED1F5B04E2}" destId="{E69D4496-F170-44D7-ACB8-6DB1479939FB}" srcOrd="0" destOrd="0" presId="urn:microsoft.com/office/officeart/2005/8/layout/list1"/>
    <dgm:cxn modelId="{0EB50E65-C844-4D13-9DA6-A5E5106DDA3F}" type="presParOf" srcId="{E69D4496-F170-44D7-ACB8-6DB1479939FB}" destId="{887B8984-CCD8-42E0-814C-4DD49F3817F8}" srcOrd="0" destOrd="0" presId="urn:microsoft.com/office/officeart/2005/8/layout/list1"/>
    <dgm:cxn modelId="{11F57A82-8785-4E97-A09C-2A473C65B937}" type="presParOf" srcId="{E69D4496-F170-44D7-ACB8-6DB1479939FB}" destId="{780C2C41-F6BF-4990-A54D-BAB5D27A7FC1}" srcOrd="1" destOrd="0" presId="urn:microsoft.com/office/officeart/2005/8/layout/list1"/>
    <dgm:cxn modelId="{061C18A6-CEE1-44A5-87E5-D95DA262CCE1}" type="presParOf" srcId="{A0F5AD54-86DE-4734-9995-B7ED1F5B04E2}" destId="{C719D170-DA6D-463E-B650-1C057F0F28D1}" srcOrd="1" destOrd="0" presId="urn:microsoft.com/office/officeart/2005/8/layout/list1"/>
    <dgm:cxn modelId="{54CF55C4-1E93-444B-8E76-D6B7F0F211AA}" type="presParOf" srcId="{A0F5AD54-86DE-4734-9995-B7ED1F5B04E2}" destId="{147F98FC-18F9-44F2-BA57-F73EFA12846E}" srcOrd="2" destOrd="0" presId="urn:microsoft.com/office/officeart/2005/8/layout/list1"/>
    <dgm:cxn modelId="{547FB4C1-C54E-4C2B-9284-D4C05C2D2D25}" type="presParOf" srcId="{A0F5AD54-86DE-4734-9995-B7ED1F5B04E2}" destId="{26B632B6-0C18-462D-954D-C6C71E7FA70D}" srcOrd="3" destOrd="0" presId="urn:microsoft.com/office/officeart/2005/8/layout/list1"/>
    <dgm:cxn modelId="{E9F2DEF5-951B-41E4-B7F1-267041996071}" type="presParOf" srcId="{A0F5AD54-86DE-4734-9995-B7ED1F5B04E2}" destId="{13104CD7-59DD-4926-830A-F92A78381303}" srcOrd="4" destOrd="0" presId="urn:microsoft.com/office/officeart/2005/8/layout/list1"/>
    <dgm:cxn modelId="{D4693E00-7D2D-40CC-A02A-7B40E993B77B}" type="presParOf" srcId="{13104CD7-59DD-4926-830A-F92A78381303}" destId="{93C83967-03B4-4DFF-9A80-39B1CA4F142F}" srcOrd="0" destOrd="0" presId="urn:microsoft.com/office/officeart/2005/8/layout/list1"/>
    <dgm:cxn modelId="{C3DF116E-C3D5-499E-B438-7F6DA2274A4D}" type="presParOf" srcId="{13104CD7-59DD-4926-830A-F92A78381303}" destId="{9C919ECB-F666-4181-95AF-81E097F512A9}" srcOrd="1" destOrd="0" presId="urn:microsoft.com/office/officeart/2005/8/layout/list1"/>
    <dgm:cxn modelId="{BD8FB37F-5FE9-4C87-8C13-A5581F95F456}" type="presParOf" srcId="{A0F5AD54-86DE-4734-9995-B7ED1F5B04E2}" destId="{270D520C-C4B9-459D-BB66-2B6C900B27E5}" srcOrd="5" destOrd="0" presId="urn:microsoft.com/office/officeart/2005/8/layout/list1"/>
    <dgm:cxn modelId="{F680F055-7FA9-4761-87CB-4F31CCE737D2}" type="presParOf" srcId="{A0F5AD54-86DE-4734-9995-B7ED1F5B04E2}" destId="{C13F8B8E-5776-4309-A6F7-5A9296AAE9C8}" srcOrd="6" destOrd="0" presId="urn:microsoft.com/office/officeart/2005/8/layout/list1"/>
    <dgm:cxn modelId="{7493FB7B-0775-4D78-B933-6710AC4339CE}" type="presParOf" srcId="{A0F5AD54-86DE-4734-9995-B7ED1F5B04E2}" destId="{10F04285-1518-4A87-9D80-1926BE932B5D}" srcOrd="7" destOrd="0" presId="urn:microsoft.com/office/officeart/2005/8/layout/list1"/>
    <dgm:cxn modelId="{861B6DB4-95AA-427F-B218-7AAE30164C0E}" type="presParOf" srcId="{A0F5AD54-86DE-4734-9995-B7ED1F5B04E2}" destId="{3D1F905A-1A6B-44A9-BAD9-66EE12D6107A}" srcOrd="8" destOrd="0" presId="urn:microsoft.com/office/officeart/2005/8/layout/list1"/>
    <dgm:cxn modelId="{508119DD-B5CF-4BA8-A691-C647B0639498}" type="presParOf" srcId="{3D1F905A-1A6B-44A9-BAD9-66EE12D6107A}" destId="{68605EAF-DA76-4E6F-964E-C4EA3FFB8861}" srcOrd="0" destOrd="0" presId="urn:microsoft.com/office/officeart/2005/8/layout/list1"/>
    <dgm:cxn modelId="{41FC5D74-267C-45FC-A2A4-F9C25A66AC03}" type="presParOf" srcId="{3D1F905A-1A6B-44A9-BAD9-66EE12D6107A}" destId="{D4220B45-135E-4F69-ACBC-E32AA88C00BD}" srcOrd="1" destOrd="0" presId="urn:microsoft.com/office/officeart/2005/8/layout/list1"/>
    <dgm:cxn modelId="{FD3910E3-F17E-4759-886E-D2E29583E5E2}" type="presParOf" srcId="{A0F5AD54-86DE-4734-9995-B7ED1F5B04E2}" destId="{7A09221B-9115-4FB0-975F-8E29DE998855}" srcOrd="9" destOrd="0" presId="urn:microsoft.com/office/officeart/2005/8/layout/list1"/>
    <dgm:cxn modelId="{F88A41BA-3942-45F3-86B3-B23E0DE18058}" type="presParOf" srcId="{A0F5AD54-86DE-4734-9995-B7ED1F5B04E2}" destId="{A45D9067-0531-4201-9F78-7DD2ECBE615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AFA14-CC83-4221-B47B-1E7543EFB714}">
      <dsp:nvSpPr>
        <dsp:cNvPr id="0" name=""/>
        <dsp:cNvSpPr/>
      </dsp:nvSpPr>
      <dsp:spPr>
        <a:xfrm>
          <a:off x="368381" y="1103229"/>
          <a:ext cx="593261" cy="5932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3FD14-EB4F-4274-9263-29AEB07B46E3}">
      <dsp:nvSpPr>
        <dsp:cNvPr id="0" name=""/>
        <dsp:cNvSpPr/>
      </dsp:nvSpPr>
      <dsp:spPr>
        <a:xfrm>
          <a:off x="5832" y="1908856"/>
          <a:ext cx="1318359" cy="52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Collect relevant COVID-19/public-health data. </a:t>
          </a:r>
          <a:endParaRPr lang="en-US" sz="1100" kern="1200"/>
        </a:p>
      </dsp:txBody>
      <dsp:txXfrm>
        <a:off x="5832" y="1908856"/>
        <a:ext cx="1318359" cy="527343"/>
      </dsp:txXfrm>
    </dsp:sp>
    <dsp:sp modelId="{E570706D-5E05-42F9-BA6D-8960EE9F4AA4}">
      <dsp:nvSpPr>
        <dsp:cNvPr id="0" name=""/>
        <dsp:cNvSpPr/>
      </dsp:nvSpPr>
      <dsp:spPr>
        <a:xfrm>
          <a:off x="1917453" y="1103229"/>
          <a:ext cx="593261" cy="5932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52569-37AD-4607-B2EA-F913449C24C4}">
      <dsp:nvSpPr>
        <dsp:cNvPr id="0" name=""/>
        <dsp:cNvSpPr/>
      </dsp:nvSpPr>
      <dsp:spPr>
        <a:xfrm>
          <a:off x="1554904" y="1908856"/>
          <a:ext cx="1318359" cy="52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Clean &amp; preprocess the collected data. </a:t>
          </a:r>
          <a:endParaRPr lang="en-US" sz="1100" kern="1200"/>
        </a:p>
      </dsp:txBody>
      <dsp:txXfrm>
        <a:off x="1554904" y="1908856"/>
        <a:ext cx="1318359" cy="527343"/>
      </dsp:txXfrm>
    </dsp:sp>
    <dsp:sp modelId="{63FF13C3-AFF0-4685-89C4-0A3201AB4D7D}">
      <dsp:nvSpPr>
        <dsp:cNvPr id="0" name=""/>
        <dsp:cNvSpPr/>
      </dsp:nvSpPr>
      <dsp:spPr>
        <a:xfrm>
          <a:off x="3466525" y="1103229"/>
          <a:ext cx="593261" cy="5932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EDB91-A2B2-47A7-BDA4-10300890AE44}">
      <dsp:nvSpPr>
        <dsp:cNvPr id="0" name=""/>
        <dsp:cNvSpPr/>
      </dsp:nvSpPr>
      <dsp:spPr>
        <a:xfrm>
          <a:off x="3103977" y="1908856"/>
          <a:ext cx="1318359" cy="52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Perform EDA to identify trends and patterns. </a:t>
          </a:r>
          <a:endParaRPr lang="en-US" sz="1100" kern="1200"/>
        </a:p>
      </dsp:txBody>
      <dsp:txXfrm>
        <a:off x="3103977" y="1908856"/>
        <a:ext cx="1318359" cy="527343"/>
      </dsp:txXfrm>
    </dsp:sp>
    <dsp:sp modelId="{0F0D8F6A-3466-45A3-A222-0107CBD83AAE}">
      <dsp:nvSpPr>
        <dsp:cNvPr id="0" name=""/>
        <dsp:cNvSpPr/>
      </dsp:nvSpPr>
      <dsp:spPr>
        <a:xfrm>
          <a:off x="5015598" y="1103229"/>
          <a:ext cx="593261" cy="5932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179EF-4528-4135-8664-608E882DBDF3}">
      <dsp:nvSpPr>
        <dsp:cNvPr id="0" name=""/>
        <dsp:cNvSpPr/>
      </dsp:nvSpPr>
      <dsp:spPr>
        <a:xfrm>
          <a:off x="4653049" y="1908856"/>
          <a:ext cx="1318359" cy="52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Analyse data across regions and time periods. </a:t>
          </a:r>
          <a:endParaRPr lang="en-US" sz="1100" kern="1200"/>
        </a:p>
      </dsp:txBody>
      <dsp:txXfrm>
        <a:off x="4653049" y="1908856"/>
        <a:ext cx="1318359" cy="527343"/>
      </dsp:txXfrm>
    </dsp:sp>
    <dsp:sp modelId="{5BBC8DE5-3B2E-4D73-9F2F-63E33E6EC972}">
      <dsp:nvSpPr>
        <dsp:cNvPr id="0" name=""/>
        <dsp:cNvSpPr/>
      </dsp:nvSpPr>
      <dsp:spPr>
        <a:xfrm>
          <a:off x="6564670" y="1103229"/>
          <a:ext cx="593261" cy="5932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0F71B-6A0F-48CF-9868-3EC042E53D80}">
      <dsp:nvSpPr>
        <dsp:cNvPr id="0" name=""/>
        <dsp:cNvSpPr/>
      </dsp:nvSpPr>
      <dsp:spPr>
        <a:xfrm>
          <a:off x="6202121" y="1908856"/>
          <a:ext cx="1318359" cy="52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Visualize insights using charts and graphs. </a:t>
          </a:r>
          <a:endParaRPr lang="en-US" sz="1100" kern="1200"/>
        </a:p>
      </dsp:txBody>
      <dsp:txXfrm>
        <a:off x="6202121" y="1908856"/>
        <a:ext cx="1318359" cy="527343"/>
      </dsp:txXfrm>
    </dsp:sp>
    <dsp:sp modelId="{E5272D37-2449-4694-B1D6-753BA280B7EF}">
      <dsp:nvSpPr>
        <dsp:cNvPr id="0" name=""/>
        <dsp:cNvSpPr/>
      </dsp:nvSpPr>
      <dsp:spPr>
        <a:xfrm>
          <a:off x="8113742" y="1103229"/>
          <a:ext cx="593261" cy="5932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C408A-F47F-40CF-8C06-36C3F5693243}">
      <dsp:nvSpPr>
        <dsp:cNvPr id="0" name=""/>
        <dsp:cNvSpPr/>
      </dsp:nvSpPr>
      <dsp:spPr>
        <a:xfrm>
          <a:off x="7751193" y="1908856"/>
          <a:ext cx="1318359" cy="52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Develop an interactive dashboard with filters. </a:t>
          </a:r>
          <a:endParaRPr lang="en-US" sz="1100" kern="1200"/>
        </a:p>
      </dsp:txBody>
      <dsp:txXfrm>
        <a:off x="7751193" y="1908856"/>
        <a:ext cx="1318359" cy="527343"/>
      </dsp:txXfrm>
    </dsp:sp>
    <dsp:sp modelId="{07290A17-F5E4-4B1C-8C57-F2C270CB5F81}">
      <dsp:nvSpPr>
        <dsp:cNvPr id="0" name=""/>
        <dsp:cNvSpPr/>
      </dsp:nvSpPr>
      <dsp:spPr>
        <a:xfrm>
          <a:off x="9662814" y="1103229"/>
          <a:ext cx="593261" cy="59326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77541-32D8-41DE-985B-CF0E6972A15C}">
      <dsp:nvSpPr>
        <dsp:cNvPr id="0" name=""/>
        <dsp:cNvSpPr/>
      </dsp:nvSpPr>
      <dsp:spPr>
        <a:xfrm>
          <a:off x="9300266" y="1908856"/>
          <a:ext cx="1318359" cy="52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Present complex data in a simple, understandable form. </a:t>
          </a:r>
          <a:endParaRPr lang="en-US" sz="1100" kern="1200"/>
        </a:p>
      </dsp:txBody>
      <dsp:txXfrm>
        <a:off x="9300266" y="1908856"/>
        <a:ext cx="1318359" cy="5273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F98FC-18F9-44F2-BA57-F73EFA12846E}">
      <dsp:nvSpPr>
        <dsp:cNvPr id="0" name=""/>
        <dsp:cNvSpPr/>
      </dsp:nvSpPr>
      <dsp:spPr>
        <a:xfrm>
          <a:off x="0" y="369255"/>
          <a:ext cx="6900512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74904" rIns="53555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Interactive dashboard with dynamic filters.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Real-time visual exploration of selected data.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Combines analysis and visualization in one platform.</a:t>
          </a:r>
          <a:endParaRPr lang="en-US" sz="1800" kern="1200"/>
        </a:p>
      </dsp:txBody>
      <dsp:txXfrm>
        <a:off x="0" y="369255"/>
        <a:ext cx="6900512" cy="1360800"/>
      </dsp:txXfrm>
    </dsp:sp>
    <dsp:sp modelId="{780C2C41-F6BF-4990-A54D-BAB5D27A7FC1}">
      <dsp:nvSpPr>
        <dsp:cNvPr id="0" name=""/>
        <dsp:cNvSpPr/>
      </dsp:nvSpPr>
      <dsp:spPr>
        <a:xfrm>
          <a:off x="345025" y="103575"/>
          <a:ext cx="483035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u="sng" kern="1200"/>
            <a:t>INNOVATION:</a:t>
          </a:r>
          <a:endParaRPr lang="en-US" sz="1800" kern="1200"/>
        </a:p>
      </dsp:txBody>
      <dsp:txXfrm>
        <a:off x="370964" y="129514"/>
        <a:ext cx="4778480" cy="479482"/>
      </dsp:txXfrm>
    </dsp:sp>
    <dsp:sp modelId="{C13F8B8E-5776-4309-A6F7-5A9296AAE9C8}">
      <dsp:nvSpPr>
        <dsp:cNvPr id="0" name=""/>
        <dsp:cNvSpPr/>
      </dsp:nvSpPr>
      <dsp:spPr>
        <a:xfrm>
          <a:off x="0" y="2092935"/>
          <a:ext cx="6900512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74904" rIns="53555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Simple and user-friendly dashboard design.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Multiple charts for trends and comparisons.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Visual presentation of complex health data. </a:t>
          </a:r>
          <a:endParaRPr lang="en-US" sz="1800" kern="1200"/>
        </a:p>
      </dsp:txBody>
      <dsp:txXfrm>
        <a:off x="0" y="2092935"/>
        <a:ext cx="6900512" cy="1360800"/>
      </dsp:txXfrm>
    </dsp:sp>
    <dsp:sp modelId="{9C919ECB-F666-4181-95AF-81E097F512A9}">
      <dsp:nvSpPr>
        <dsp:cNvPr id="0" name=""/>
        <dsp:cNvSpPr/>
      </dsp:nvSpPr>
      <dsp:spPr>
        <a:xfrm>
          <a:off x="345025" y="1827255"/>
          <a:ext cx="483035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u="sng" kern="1200"/>
            <a:t>CREATIVITY:</a:t>
          </a:r>
          <a:endParaRPr lang="en-US" sz="1800" kern="1200"/>
        </a:p>
      </dsp:txBody>
      <dsp:txXfrm>
        <a:off x="370964" y="1853194"/>
        <a:ext cx="4778480" cy="479482"/>
      </dsp:txXfrm>
    </dsp:sp>
    <dsp:sp modelId="{A45D9067-0531-4201-9F78-7DD2ECBE615C}">
      <dsp:nvSpPr>
        <dsp:cNvPr id="0" name=""/>
        <dsp:cNvSpPr/>
      </dsp:nvSpPr>
      <dsp:spPr>
        <a:xfrm>
          <a:off x="0" y="3816615"/>
          <a:ext cx="6900512" cy="1615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74904" rIns="53555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Integrates the complete </a:t>
          </a:r>
          <a:r>
            <a:rPr lang="en-IN" sz="1800" b="1" kern="1200"/>
            <a:t>Data Science workflow</a:t>
          </a:r>
          <a:r>
            <a:rPr lang="en-IN" sz="1800" kern="1200"/>
            <a:t>.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Combines preprocessing, EDA and interactive visualization.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Enables easy </a:t>
          </a:r>
          <a:r>
            <a:rPr lang="en-IN" sz="1800" b="1" kern="1200"/>
            <a:t>region, category and time-based analysis</a:t>
          </a:r>
          <a:r>
            <a:rPr lang="en-IN" sz="1800" kern="1200"/>
            <a:t>.</a:t>
          </a:r>
          <a:endParaRPr lang="en-US" sz="1800" kern="1200"/>
        </a:p>
      </dsp:txBody>
      <dsp:txXfrm>
        <a:off x="0" y="3816615"/>
        <a:ext cx="6900512" cy="1615950"/>
      </dsp:txXfrm>
    </dsp:sp>
    <dsp:sp modelId="{D4220B45-135E-4F69-ACBC-E32AA88C00BD}">
      <dsp:nvSpPr>
        <dsp:cNvPr id="0" name=""/>
        <dsp:cNvSpPr/>
      </dsp:nvSpPr>
      <dsp:spPr>
        <a:xfrm>
          <a:off x="345025" y="3550935"/>
          <a:ext cx="483035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u="sng" kern="1200"/>
            <a:t>NOVELTY:</a:t>
          </a:r>
          <a:endParaRPr lang="en-US" sz="1800" kern="1200"/>
        </a:p>
      </dsp:txBody>
      <dsp:txXfrm>
        <a:off x="370964" y="3576874"/>
        <a:ext cx="4778480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16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16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16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16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16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16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16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16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16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16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16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16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pandas.pydata.org/doc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flask.palletsprojects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25373"/>
              </p:ext>
            </p:extLst>
          </p:nvPr>
        </p:nvGraphicFramePr>
        <p:xfrm>
          <a:off x="8781100" y="4644215"/>
          <a:ext cx="3702050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349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u="sng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Vishnu Vardhan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Sai Dhanush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u="sng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u="sng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2420030515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2420030162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664464"/>
              </p:ext>
            </p:extLst>
          </p:nvPr>
        </p:nvGraphicFramePr>
        <p:xfrm>
          <a:off x="-1218498" y="4284467"/>
          <a:ext cx="5902325" cy="22544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2254445"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 N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 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6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COVID-19 / PUBLIC HEALTH DATA VISUALIZATION DASHBOARD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269580"/>
            <a:ext cx="107156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REVIEW-3</a:t>
            </a:r>
          </a:p>
          <a:p>
            <a:pPr lvl="0" algn="ctr">
              <a:defRPr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50E853-6DD6-DC7B-1E4E-39420D41EC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06" y="855305"/>
            <a:ext cx="10551494" cy="51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512926" y="2292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0724C6-A298-12DF-9EDC-B6B1EE541E07}"/>
              </a:ext>
            </a:extLst>
          </p:cNvPr>
          <p:cNvSpPr txBox="1"/>
          <p:nvPr/>
        </p:nvSpPr>
        <p:spPr>
          <a:xfrm>
            <a:off x="261257" y="1117677"/>
            <a:ext cx="11930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and public-health datasets contain large amounts of information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dates, regions, and health indicators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raw numerical data is difficult to understand and compare manually.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DB8C5-46B2-2B24-60A4-3C1C326DAB30}"/>
              </a:ext>
            </a:extLst>
          </p:cNvPr>
          <p:cNvSpPr txBox="1"/>
          <p:nvPr/>
        </p:nvSpPr>
        <p:spPr>
          <a:xfrm>
            <a:off x="261257" y="23180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addresses the following challenges: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0E741-9EC1-6F10-10C4-BED000CD0736}"/>
              </a:ext>
            </a:extLst>
          </p:cNvPr>
          <p:cNvSpPr txBox="1"/>
          <p:nvPr/>
        </p:nvSpPr>
        <p:spPr>
          <a:xfrm>
            <a:off x="261257" y="2779671"/>
            <a:ext cx="7587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datasets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information difficult to interpret.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Missing, duplicate, inconsistent, or incorrectly formatted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affect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and patterns over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proper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public-health information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 and categories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time-consuming.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interactive way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explore important information without examining raw data.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0AE82F-05BC-28F2-5649-0FE26B9EF949}"/>
              </a:ext>
            </a:extLst>
          </p:cNvPr>
          <p:cNvSpPr txBox="1"/>
          <p:nvPr/>
        </p:nvSpPr>
        <p:spPr>
          <a:xfrm>
            <a:off x="435428" y="9308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01C1B-EC93-8FC2-7542-80C4CB12512B}"/>
              </a:ext>
            </a:extLst>
          </p:cNvPr>
          <p:cNvSpPr txBox="1"/>
          <p:nvPr/>
        </p:nvSpPr>
        <p:spPr>
          <a:xfrm>
            <a:off x="435428" y="1320291"/>
            <a:ext cx="10297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develop an </a:t>
            </a:r>
            <a:r>
              <a:rPr lang="en-IN" b="1" dirty="0"/>
              <a:t>interactive COVID-19 / Public Health Data Visualization Dashboard</a:t>
            </a:r>
            <a:r>
              <a:rPr lang="en-IN" dirty="0"/>
              <a:t> that transforms raw public-health data into </a:t>
            </a:r>
            <a:r>
              <a:rPr lang="en-IN" b="1" dirty="0"/>
              <a:t>meaningful, clear, and easy-to-understand visual insights</a:t>
            </a:r>
            <a:r>
              <a:rPr lang="en-IN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6C17D6-16C2-5DBD-1234-E22445033C5A}"/>
              </a:ext>
            </a:extLst>
          </p:cNvPr>
          <p:cNvSpPr txBox="1"/>
          <p:nvPr/>
        </p:nvSpPr>
        <p:spPr>
          <a:xfrm>
            <a:off x="435428" y="20530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</p:txBody>
      </p:sp>
      <p:graphicFrame>
        <p:nvGraphicFramePr>
          <p:cNvPr id="13" name="TextBox 3">
            <a:extLst>
              <a:ext uri="{FF2B5EF4-FFF2-40B4-BE49-F238E27FC236}">
                <a16:creationId xmlns:a16="http://schemas.microsoft.com/office/drawing/2014/main" id="{6A06765D-AFF7-17AE-00F8-0377E13C83D5}"/>
              </a:ext>
            </a:extLst>
          </p:cNvPr>
          <p:cNvGraphicFramePr/>
          <p:nvPr/>
        </p:nvGraphicFramePr>
        <p:xfrm>
          <a:off x="435428" y="2664363"/>
          <a:ext cx="10624458" cy="3539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501867"/>
              </p:ext>
            </p:extLst>
          </p:nvPr>
        </p:nvGraphicFramePr>
        <p:xfrm>
          <a:off x="372617" y="885408"/>
          <a:ext cx="11642705" cy="45027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8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2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10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Salehi et al. [1]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Synergetic R-Shiny Portal for Modelling and Tracking of COVID-19 Data</a:t>
                      </a:r>
                      <a:endParaRPr lang="en-IN" sz="16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R-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Shinyinteractive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• Time-series visualization • Logistic &amp; Gompertz growth models • Spatial analysis using Moran’s Index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interactive COVID-19 tracking • Provides country/continent comparison • Supports trend visualization and forecasting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Developed mainly using R-Shiny • Forecasting and spatial modules add complexity • Scope can be extended with more user-focused features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Clarkson [2]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COVID-19 Dashboards and Trackers in the United States: Survey Study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Survey of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 COVID-19 dashboards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Analysis of data sources, visualization types and dashboard designs • Study of data-quality issues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Dashboards improve public access to COVID-19 information • Visualization quality varies considerably • Data transparency and standardization are important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Many dashboards relied on heterogeneous/ad-hoc data sources • Some visualizations may obscure or mislead users • Better standardization and transparency are needed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Schulze et al. [3]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Dashboards Visualizing Public Health Data: A Systematic Review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of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 studies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Analysis of data sources, functions and visualization methods • User-study and usability assessment</a:t>
                      </a:r>
                      <a:endParaRPr lang="en-US" sz="1400" b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Dashboards are useful for public-health communication and surveillance • Visualizations support quick analysis and decision-making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Many studies focus mainly on technical functionality • User-specific information needs are less explored • More user-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centered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evaluation is needed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873828" y="1102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A2B6B-800E-E70A-6999-E1B8C1E53CF5}"/>
              </a:ext>
            </a:extLst>
          </p:cNvPr>
          <p:cNvSpPr txBox="1"/>
          <p:nvPr/>
        </p:nvSpPr>
        <p:spPr>
          <a:xfrm>
            <a:off x="217714" y="8593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FE7AF-9608-C6AC-A35C-3E9B90B87AFA}"/>
              </a:ext>
            </a:extLst>
          </p:cNvPr>
          <p:cNvSpPr txBox="1"/>
          <p:nvPr/>
        </p:nvSpPr>
        <p:spPr>
          <a:xfrm>
            <a:off x="217714" y="133138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COVID-19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interpret raw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to identify trends and comparisons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contain missing or inconsistent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8AF88-171F-507E-EDB9-BEC2F735F0DA}"/>
              </a:ext>
            </a:extLst>
          </p:cNvPr>
          <p:cNvSpPr txBox="1"/>
          <p:nvPr/>
        </p:nvSpPr>
        <p:spPr>
          <a:xfrm>
            <a:off x="217714" y="27422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7805F-6BD6-AB55-BA36-B079E14CF99F}"/>
              </a:ext>
            </a:extLst>
          </p:cNvPr>
          <p:cNvSpPr txBox="1"/>
          <p:nvPr/>
        </p:nvSpPr>
        <p:spPr>
          <a:xfrm>
            <a:off x="217714" y="3200200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EDA and visualization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region/time-based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simple, user-friendly platform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insights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62C62-FE58-73D1-C46A-F7BEBDA9054E}"/>
              </a:ext>
            </a:extLst>
          </p:cNvPr>
          <p:cNvSpPr txBox="1"/>
          <p:nvPr/>
        </p:nvSpPr>
        <p:spPr>
          <a:xfrm>
            <a:off x="217714" y="507390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Gap: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B40F4-6925-50B4-DFA1-F17FC92C5486}"/>
              </a:ext>
            </a:extLst>
          </p:cNvPr>
          <p:cNvSpPr txBox="1"/>
          <p:nvPr/>
        </p:nvSpPr>
        <p:spPr>
          <a:xfrm>
            <a:off x="217714" y="5613976"/>
            <a:ext cx="80989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Data Science analysis with an interactive visualization dashboard for easy public-health data interpretation.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Innovation, Creativity, and Novelty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DCBB70B2-9E61-B144-9E8E-27A5FB7F1D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556336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Feasibility and Project Plan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DC7C2-5506-A373-D2E7-19B918CE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270" y="2084546"/>
            <a:ext cx="9029129" cy="4135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14C986A-0B3B-F2DB-99A8-746D25D38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0E227D-FCC8-F421-864F-FC1D9837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28" y="87984"/>
            <a:ext cx="1850571" cy="59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5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FB96A-F788-8DBA-E435-FD007C4F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IN" sz="5400" b="1"/>
              <a:t>Dataset Description and EDA</a:t>
            </a:r>
            <a:br>
              <a:rPr lang="en-IN" sz="5400" b="1"/>
            </a:br>
            <a:endParaRPr lang="en-IN" sz="5400"/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30313-6798-CDB5-EC1C-B2A003323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Public India COVID-19 Data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Files: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complete.csv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state_level_daily.csv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state_level_latest.csv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district_level_latest.csv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nation_level_daily.csv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tests_day_wise.csv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tests_state_wise.csv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patients_data.csv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Analyze dataset structure, data types and missing values.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Identify duplicate records and handle inconsistent data.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Calculate descriptive statistics for available COVID-19 indicators.</a:t>
            </a:r>
          </a:p>
          <a:p>
            <a:pPr lvl="0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Explore state-wise distributions and daily trends.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Daily trend line chart, state-wise bar chart and statistical summaries.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Add the actual row count, column count, missing-value count and dataset source URL after verification.</a:t>
            </a:r>
          </a:p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00E83-4EAF-4F8C-65E1-80C1EA6BA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39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E1CC2-EC19-C8FB-0B19-792FD5DF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IN" sz="3800" b="1"/>
              <a:t>Dashboard Implementation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FFA77-3658-68DF-2853-796994312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IN" sz="1500" b="1"/>
              <a:t>INTERACTIVE DASHBOARD IMPLEMENTATION</a:t>
            </a:r>
            <a:endParaRPr lang="en-IN" sz="1500"/>
          </a:p>
          <a:p>
            <a:r>
              <a:rPr lang="en-IN" sz="1500" b="1"/>
              <a:t>Frontend:</a:t>
            </a:r>
            <a:r>
              <a:rPr lang="en-IN" sz="1500"/>
              <a:t> React.js, JavaScript and CSS</a:t>
            </a:r>
            <a:br>
              <a:rPr lang="en-IN" sz="1500"/>
            </a:br>
            <a:r>
              <a:rPr lang="en-IN" sz="1500" b="1"/>
              <a:t>Backend:</a:t>
            </a:r>
            <a:r>
              <a:rPr lang="en-IN" sz="1500"/>
              <a:t> Python API</a:t>
            </a:r>
            <a:br>
              <a:rPr lang="en-IN" sz="1500"/>
            </a:br>
            <a:r>
              <a:rPr lang="en-IN" sz="1500" b="1"/>
              <a:t>Data Processing:</a:t>
            </a:r>
            <a:r>
              <a:rPr lang="en-IN" sz="1500"/>
              <a:t> Pandas and NumPy</a:t>
            </a:r>
          </a:p>
          <a:p>
            <a:r>
              <a:rPr lang="en-IN" sz="1500" b="1"/>
              <a:t>Dashboard Components:</a:t>
            </a:r>
            <a:endParaRPr lang="en-IN" sz="1500"/>
          </a:p>
          <a:p>
            <a:pPr lvl="0"/>
            <a:r>
              <a:rPr lang="en-IN" sz="1500" b="1"/>
              <a:t>Summary Cards:</a:t>
            </a:r>
            <a:r>
              <a:rPr lang="en-IN" sz="1500"/>
              <a:t> Confirmed cases, deaths, recoveries and testing statistics, where available.</a:t>
            </a:r>
          </a:p>
          <a:p>
            <a:pPr lvl="0"/>
            <a:r>
              <a:rPr lang="en-IN" sz="1500" b="1"/>
              <a:t>Interactive Filters:</a:t>
            </a:r>
            <a:r>
              <a:rPr lang="en-IN" sz="1500"/>
              <a:t> Select state, region, date range and analysis metric.</a:t>
            </a:r>
          </a:p>
          <a:p>
            <a:pPr lvl="0"/>
            <a:r>
              <a:rPr lang="en-IN" sz="1500" b="1"/>
              <a:t>Trend Analysis:</a:t>
            </a:r>
            <a:r>
              <a:rPr lang="en-IN" sz="1500"/>
              <a:t> Visualize changes in COVID-19 indicators over time.</a:t>
            </a:r>
          </a:p>
          <a:p>
            <a:pPr lvl="0"/>
            <a:r>
              <a:rPr lang="en-IN" sz="1500" b="1"/>
              <a:t>Regional Comparison:</a:t>
            </a:r>
            <a:r>
              <a:rPr lang="en-IN" sz="1500"/>
              <a:t> Compare selected states using interactive charts.</a:t>
            </a:r>
          </a:p>
          <a:p>
            <a:pPr lvl="0"/>
            <a:r>
              <a:rPr lang="en-IN" sz="1500" b="1"/>
              <a:t>Data Insights:</a:t>
            </a:r>
            <a:r>
              <a:rPr lang="en-IN" sz="1500"/>
              <a:t> Present observations derived from calculated statistics.</a:t>
            </a:r>
          </a:p>
          <a:p>
            <a:r>
              <a:rPr lang="en-IN" sz="1500" b="1"/>
              <a:t>Objective:</a:t>
            </a:r>
            <a:r>
              <a:rPr lang="en-IN" sz="1500"/>
              <a:t> Provide a user-friendly interface for exploring and interpreting COVID-19 data.</a:t>
            </a:r>
          </a:p>
          <a:p>
            <a:r>
              <a:rPr lang="en-IN" sz="1500" b="1"/>
              <a:t>Implementation Evidence:</a:t>
            </a:r>
            <a:r>
              <a:rPr lang="en-IN" sz="1500"/>
              <a:t> Insert screenshots of the actual dashboard, filters and charts.</a:t>
            </a:r>
          </a:p>
          <a:p>
            <a:endParaRPr lang="en-IN" sz="1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D5B1C-3305-C6D0-42CD-C1587E70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63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8148A9-029E-DB7A-52FD-75362D10D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59E515-C55C-5892-BE18-CF4F37D6C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39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144B-C9EF-B59D-DDF6-D4579911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PROJECT PLAN AND IMPLEMENTATION STATUS</a:t>
            </a:r>
            <a:br>
              <a:rPr lang="en-IN" sz="3600" dirty="0"/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5EBA67-000A-5249-A6B3-C2572F42F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171" y="1311774"/>
            <a:ext cx="8644629" cy="486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38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488A41-B3D1-4FBB-A881-1853242B6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IN" sz="5400" b="1"/>
              <a:t>Feasibility, Conclusion and Future Work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2A2E2-FE64-5A0F-5234-407904FCB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IN" sz="1500" b="1"/>
              <a:t>Technical Feasibility</a:t>
            </a:r>
            <a:endParaRPr lang="en-IN" sz="1500"/>
          </a:p>
          <a:p>
            <a:pPr lvl="0"/>
            <a:r>
              <a:rPr lang="en-IN" sz="1500"/>
              <a:t>Uses Python, Pandas and React.</a:t>
            </a:r>
          </a:p>
          <a:p>
            <a:pPr lvl="0"/>
            <a:r>
              <a:rPr lang="en-IN" sz="1500"/>
              <a:t>Supports CSV-based data processing.</a:t>
            </a:r>
          </a:p>
          <a:p>
            <a:pPr lvl="0"/>
            <a:r>
              <a:rPr lang="en-IN" sz="1500"/>
              <a:t>Uses open-source development tools.</a:t>
            </a:r>
          </a:p>
          <a:p>
            <a:r>
              <a:rPr lang="en-IN" sz="1500" b="1"/>
              <a:t>Economic Feasibility</a:t>
            </a:r>
            <a:endParaRPr lang="en-IN" sz="1500"/>
          </a:p>
          <a:p>
            <a:pPr lvl="0"/>
            <a:r>
              <a:rPr lang="en-IN" sz="1500"/>
              <a:t>Uses publicly available datasets.</a:t>
            </a:r>
          </a:p>
          <a:p>
            <a:pPr lvl="0"/>
            <a:r>
              <a:rPr lang="en-IN" sz="1500"/>
              <a:t>Requires no paid software for the local prototype.</a:t>
            </a:r>
          </a:p>
          <a:p>
            <a:r>
              <a:rPr lang="en-IN" sz="1500" b="1"/>
              <a:t>CONCLUSION</a:t>
            </a:r>
            <a:endParaRPr lang="en-IN" sz="1500"/>
          </a:p>
          <a:p>
            <a:pPr lvl="0"/>
            <a:r>
              <a:rPr lang="en-IN" sz="1500"/>
              <a:t>Converts COVID-19 datasets into meaningful visual summaries.</a:t>
            </a:r>
          </a:p>
          <a:p>
            <a:pPr lvl="0"/>
            <a:r>
              <a:rPr lang="en-IN" sz="1500"/>
              <a:t>Supports state-wise and time-wise comparisons.</a:t>
            </a:r>
          </a:p>
          <a:p>
            <a:pPr lvl="0"/>
            <a:r>
              <a:rPr lang="en-IN" sz="1500"/>
              <a:t>Improves accessibility and interpretation of public-health data.</a:t>
            </a:r>
          </a:p>
          <a:p>
            <a:r>
              <a:rPr lang="en-IN" sz="1500" b="1"/>
              <a:t>FUTURE WORK</a:t>
            </a:r>
            <a:endParaRPr lang="en-IN" sz="1500"/>
          </a:p>
          <a:p>
            <a:pPr lvl="0"/>
            <a:r>
              <a:rPr lang="en-IN" sz="1500"/>
              <a:t>Integrate updated datasets.</a:t>
            </a:r>
          </a:p>
          <a:p>
            <a:pPr lvl="0"/>
            <a:r>
              <a:rPr lang="en-IN" sz="1500"/>
              <a:t>Add validated time-series forecasting.</a:t>
            </a:r>
          </a:p>
          <a:p>
            <a:pPr lvl="0"/>
            <a:r>
              <a:rPr lang="en-IN" sz="1500"/>
              <a:t>Improve automated insight generation.</a:t>
            </a:r>
          </a:p>
          <a:p>
            <a:pPr lvl="0"/>
            <a:r>
              <a:rPr lang="en-IN" sz="1500"/>
              <a:t>Enhance dashboard performance and usability.</a:t>
            </a:r>
          </a:p>
          <a:p>
            <a:endParaRPr lang="en-IN" sz="15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2CA89-2B43-F3F0-66A1-24D1D0232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19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0BD06-F56C-7C14-9F0A-1DB4143E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IN" sz="4200" b="1"/>
              <a:t>REFERENCES</a:t>
            </a:r>
            <a:br>
              <a:rPr lang="en-IN" sz="4200"/>
            </a:br>
            <a:endParaRPr lang="en-IN" sz="42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3A045-057E-9784-EE7B-2E5D31021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lvl="0"/>
            <a:r>
              <a:rPr lang="en-IN" sz="2200"/>
              <a:t>Source repository or publisher of the India COVID-19 dataset — include the verified URL.</a:t>
            </a:r>
          </a:p>
          <a:p>
            <a:pPr lvl="0"/>
            <a:r>
              <a:rPr lang="en-IN" sz="2200"/>
              <a:t>Research papers cited in the Literature Survey — include authors, paper titles, publication years and DOI/URLs.</a:t>
            </a:r>
          </a:p>
          <a:p>
            <a:pPr lvl="0"/>
            <a:r>
              <a:rPr lang="en-IN" sz="2200"/>
              <a:t>Pandas Documentation: </a:t>
            </a:r>
            <a:r>
              <a:rPr lang="en-IN" sz="2200">
                <a:hlinkClick r:id="rId2"/>
              </a:rPr>
              <a:t>https://pandas.pydata.org/docs/</a:t>
            </a:r>
            <a:endParaRPr lang="en-IN" sz="2200"/>
          </a:p>
          <a:p>
            <a:pPr lvl="0"/>
            <a:r>
              <a:rPr lang="en-IN" sz="2200"/>
              <a:t>React Documentation: </a:t>
            </a:r>
            <a:r>
              <a:rPr lang="en-IN" sz="2200">
                <a:hlinkClick r:id="rId3"/>
              </a:rPr>
              <a:t>https://react.dev/</a:t>
            </a:r>
            <a:endParaRPr lang="en-IN" sz="2200"/>
          </a:p>
          <a:p>
            <a:pPr lvl="0"/>
            <a:r>
              <a:rPr lang="en-IN" sz="2200"/>
              <a:t>Flask Documentation: </a:t>
            </a:r>
            <a:r>
              <a:rPr lang="en-IN" sz="2200">
                <a:hlinkClick r:id="rId4"/>
              </a:rPr>
              <a:t>https://flask.palletsprojects.com/</a:t>
            </a:r>
            <a:r>
              <a:rPr lang="en-IN" sz="2200"/>
              <a:t> — if Flask is used for the backend.</a:t>
            </a:r>
          </a:p>
          <a:p>
            <a:endParaRPr lang="en-IN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8F7ED-C917-0229-A423-CD31CE647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8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Cool Thank You PowerPoint Template - SlideKit">
            <a:extLst>
              <a:ext uri="{FF2B5EF4-FFF2-40B4-BE49-F238E27FC236}">
                <a16:creationId xmlns:a16="http://schemas.microsoft.com/office/drawing/2014/main" id="{CBF8CD50-549D-BE04-5751-82BAB083D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1071D-53FC-8636-0F0F-AA792B893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23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1078</Words>
  <Application>Microsoft Office PowerPoint</Application>
  <PresentationFormat>Widescreen</PresentationFormat>
  <Paragraphs>146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 Description and EDA </vt:lpstr>
      <vt:lpstr>Dashboard Implementation</vt:lpstr>
      <vt:lpstr>PowerPoint Presentation</vt:lpstr>
      <vt:lpstr>PROJECT PLAN AND IMPLEMENTATION STATUS </vt:lpstr>
      <vt:lpstr>Feasibility, Conclusion and Future Work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vanjari sai dhanush</cp:lastModifiedBy>
  <cp:revision>34</cp:revision>
  <dcterms:created xsi:type="dcterms:W3CDTF">2026-08-08T06:33:56Z</dcterms:created>
  <dcterms:modified xsi:type="dcterms:W3CDTF">2026-10-16T03:58:06Z</dcterms:modified>
</cp:coreProperties>
</file>